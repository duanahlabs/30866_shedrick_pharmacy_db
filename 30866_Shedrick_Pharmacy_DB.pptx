
<file path=[Content_Types].xml><?xml version="1.0" encoding="utf-8"?>
<Types xmlns="http://schemas.openxmlformats.org/package/2006/content-types">
  <Default Extension="jpeg" ContentType="image/jpeg"/>
  <Default Extension="png" ContentType="image/png"/>
  <Default Extension="png!bw700" ContentType="image/jpe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51" autoAdjust="0"/>
    <p:restoredTop sz="94660"/>
  </p:normalViewPr>
  <p:slideViewPr>
    <p:cSldViewPr snapToGrid="0">
      <p:cViewPr varScale="1">
        <p:scale>
          <a:sx n="67" d="100"/>
          <a:sy n="67" d="100"/>
        </p:scale>
        <p:origin x="10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uanahs@gmail.com" userId="378a2514192baee1" providerId="LiveId" clId="{2402997E-B536-408C-8123-C2D4300B0AC2}"/>
    <pc:docChg chg="undo redo custSel addSld delSld modSld">
      <pc:chgData name="duanahs@gmail.com" userId="378a2514192baee1" providerId="LiveId" clId="{2402997E-B536-408C-8123-C2D4300B0AC2}" dt="2026-07-30T05:08:38.111" v="1625"/>
      <pc:docMkLst>
        <pc:docMk/>
      </pc:docMkLst>
      <pc:sldChg chg="addSp delSp modSp mod modClrScheme chgLayout">
        <pc:chgData name="duanahs@gmail.com" userId="378a2514192baee1" providerId="LiveId" clId="{2402997E-B536-408C-8123-C2D4300B0AC2}" dt="2026-07-30T01:29:12.732" v="474" actId="27636"/>
        <pc:sldMkLst>
          <pc:docMk/>
          <pc:sldMk cId="842279984" sldId="256"/>
        </pc:sldMkLst>
        <pc:spChg chg="del mod ord">
          <ac:chgData name="duanahs@gmail.com" userId="378a2514192baee1" providerId="LiveId" clId="{2402997E-B536-408C-8123-C2D4300B0AC2}" dt="2026-07-30T00:29:31.777" v="0" actId="700"/>
          <ac:spMkLst>
            <pc:docMk/>
            <pc:sldMk cId="842279984" sldId="256"/>
            <ac:spMk id="2" creationId="{B819FF52-3E0A-7C5E-37E4-41ECEB2ED513}"/>
          </ac:spMkLst>
        </pc:spChg>
        <pc:spChg chg="del mod ord">
          <ac:chgData name="duanahs@gmail.com" userId="378a2514192baee1" providerId="LiveId" clId="{2402997E-B536-408C-8123-C2D4300B0AC2}" dt="2026-07-30T00:29:31.777" v="0" actId="700"/>
          <ac:spMkLst>
            <pc:docMk/>
            <pc:sldMk cId="842279984" sldId="256"/>
            <ac:spMk id="3" creationId="{1B2D15A6-0679-F1FD-8722-BC1EACEF36A8}"/>
          </ac:spMkLst>
        </pc:spChg>
        <pc:spChg chg="add mod ord">
          <ac:chgData name="duanahs@gmail.com" userId="378a2514192baee1" providerId="LiveId" clId="{2402997E-B536-408C-8123-C2D4300B0AC2}" dt="2026-07-30T01:28:53.952" v="471" actId="403"/>
          <ac:spMkLst>
            <pc:docMk/>
            <pc:sldMk cId="842279984" sldId="256"/>
            <ac:spMk id="4" creationId="{C1B13423-E817-591F-1BBE-8FD4E844F428}"/>
          </ac:spMkLst>
        </pc:spChg>
        <pc:spChg chg="add del mod ord">
          <ac:chgData name="duanahs@gmail.com" userId="378a2514192baee1" providerId="LiveId" clId="{2402997E-B536-408C-8123-C2D4300B0AC2}" dt="2026-07-30T00:34:43.341" v="5"/>
          <ac:spMkLst>
            <pc:docMk/>
            <pc:sldMk cId="842279984" sldId="256"/>
            <ac:spMk id="5" creationId="{C1D1B970-B2BB-4731-5F16-698EA6432691}"/>
          </ac:spMkLst>
        </pc:spChg>
        <pc:spChg chg="add mod ord">
          <ac:chgData name="duanahs@gmail.com" userId="378a2514192baee1" providerId="LiveId" clId="{2402997E-B536-408C-8123-C2D4300B0AC2}" dt="2026-07-30T01:29:12.732" v="474" actId="27636"/>
          <ac:spMkLst>
            <pc:docMk/>
            <pc:sldMk cId="842279984" sldId="256"/>
            <ac:spMk id="6" creationId="{216368E6-C22E-D6E1-CE90-1D62D02A31FE}"/>
          </ac:spMkLst>
        </pc:spChg>
        <pc:picChg chg="add mod ord">
          <ac:chgData name="duanahs@gmail.com" userId="378a2514192baee1" providerId="LiveId" clId="{2402997E-B536-408C-8123-C2D4300B0AC2}" dt="2026-07-30T00:58:39.212" v="296" actId="167"/>
          <ac:picMkLst>
            <pc:docMk/>
            <pc:sldMk cId="842279984" sldId="256"/>
            <ac:picMk id="7" creationId="{84C6CE31-CEB7-1C15-0B32-BA498ABF875E}"/>
          </ac:picMkLst>
        </pc:picChg>
        <pc:picChg chg="add del mod">
          <ac:chgData name="duanahs@gmail.com" userId="378a2514192baee1" providerId="LiveId" clId="{2402997E-B536-408C-8123-C2D4300B0AC2}" dt="2026-07-30T00:34:43.332" v="4"/>
          <ac:picMkLst>
            <pc:docMk/>
            <pc:sldMk cId="842279984" sldId="256"/>
            <ac:picMk id="1026" creationId="{9F15E1D1-3EA0-24A5-44BC-48AF360DDDC5}"/>
          </ac:picMkLst>
        </pc:picChg>
      </pc:sldChg>
      <pc:sldChg chg="addSp delSp modSp new mod modTransition modClrScheme chgLayout">
        <pc:chgData name="duanahs@gmail.com" userId="378a2514192baee1" providerId="LiveId" clId="{2402997E-B536-408C-8123-C2D4300B0AC2}" dt="2026-07-30T05:07:57.985" v="1623"/>
        <pc:sldMkLst>
          <pc:docMk/>
          <pc:sldMk cId="3982343431" sldId="257"/>
        </pc:sldMkLst>
        <pc:spChg chg="del mod ord">
          <ac:chgData name="duanahs@gmail.com" userId="378a2514192baee1" providerId="LiveId" clId="{2402997E-B536-408C-8123-C2D4300B0AC2}" dt="2026-07-30T01:01:51.771" v="313" actId="700"/>
          <ac:spMkLst>
            <pc:docMk/>
            <pc:sldMk cId="3982343431" sldId="257"/>
            <ac:spMk id="2" creationId="{A15E68F4-4BA4-7DBF-7BCE-D2ABF3BCEF9A}"/>
          </ac:spMkLst>
        </pc:spChg>
        <pc:spChg chg="del mod ord">
          <ac:chgData name="duanahs@gmail.com" userId="378a2514192baee1" providerId="LiveId" clId="{2402997E-B536-408C-8123-C2D4300B0AC2}" dt="2026-07-30T01:01:51.771" v="313" actId="700"/>
          <ac:spMkLst>
            <pc:docMk/>
            <pc:sldMk cId="3982343431" sldId="257"/>
            <ac:spMk id="3" creationId="{3EF776A7-22DC-5A2C-DC77-3DFB1E7CF377}"/>
          </ac:spMkLst>
        </pc:spChg>
        <pc:spChg chg="del mod ord">
          <ac:chgData name="duanahs@gmail.com" userId="378a2514192baee1" providerId="LiveId" clId="{2402997E-B536-408C-8123-C2D4300B0AC2}" dt="2026-07-30T01:01:51.771" v="313" actId="700"/>
          <ac:spMkLst>
            <pc:docMk/>
            <pc:sldMk cId="3982343431" sldId="257"/>
            <ac:spMk id="4" creationId="{2E430B84-7ADF-9B7D-F337-DA04686F6BF4}"/>
          </ac:spMkLst>
        </pc:spChg>
        <pc:spChg chg="add del mod ord">
          <ac:chgData name="duanahs@gmail.com" userId="378a2514192baee1" providerId="LiveId" clId="{2402997E-B536-408C-8123-C2D4300B0AC2}" dt="2026-07-30T01:03:16.137" v="316" actId="700"/>
          <ac:spMkLst>
            <pc:docMk/>
            <pc:sldMk cId="3982343431" sldId="257"/>
            <ac:spMk id="5" creationId="{9EC40AC8-BAEF-013D-6C81-A894CA7879AA}"/>
          </ac:spMkLst>
        </pc:spChg>
        <pc:spChg chg="add del mod ord">
          <ac:chgData name="duanahs@gmail.com" userId="378a2514192baee1" providerId="LiveId" clId="{2402997E-B536-408C-8123-C2D4300B0AC2}" dt="2026-07-30T01:02:28.393" v="314"/>
          <ac:spMkLst>
            <pc:docMk/>
            <pc:sldMk cId="3982343431" sldId="257"/>
            <ac:spMk id="6" creationId="{43847A83-8CB4-2C54-2CB9-CA04136311C0}"/>
          </ac:spMkLst>
        </pc:spChg>
        <pc:spChg chg="add del mod ord">
          <ac:chgData name="duanahs@gmail.com" userId="378a2514192baee1" providerId="LiveId" clId="{2402997E-B536-408C-8123-C2D4300B0AC2}" dt="2026-07-30T01:03:16.137" v="316" actId="700"/>
          <ac:spMkLst>
            <pc:docMk/>
            <pc:sldMk cId="3982343431" sldId="257"/>
            <ac:spMk id="7" creationId="{FE1FB79F-0B6D-7353-AB18-3E5419EA0269}"/>
          </ac:spMkLst>
        </pc:spChg>
        <pc:spChg chg="add del mod">
          <ac:chgData name="duanahs@gmail.com" userId="378a2514192baee1" providerId="LiveId" clId="{2402997E-B536-408C-8123-C2D4300B0AC2}" dt="2026-07-30T01:03:16.137" v="316" actId="700"/>
          <ac:spMkLst>
            <pc:docMk/>
            <pc:sldMk cId="3982343431" sldId="257"/>
            <ac:spMk id="8" creationId="{F131C67C-5B36-FA38-B440-D0E553B1E7C7}"/>
          </ac:spMkLst>
        </pc:spChg>
        <pc:spChg chg="add mod ord">
          <ac:chgData name="duanahs@gmail.com" userId="378a2514192baee1" providerId="LiveId" clId="{2402997E-B536-408C-8123-C2D4300B0AC2}" dt="2026-07-30T01:28:14.287" v="468" actId="255"/>
          <ac:spMkLst>
            <pc:docMk/>
            <pc:sldMk cId="3982343431" sldId="257"/>
            <ac:spMk id="9" creationId="{12B4FFC1-B012-32B1-4930-28D290340097}"/>
          </ac:spMkLst>
        </pc:spChg>
        <pc:spChg chg="add del mod ord">
          <ac:chgData name="duanahs@gmail.com" userId="378a2514192baee1" providerId="LiveId" clId="{2402997E-B536-408C-8123-C2D4300B0AC2}" dt="2026-07-30T01:05:30.981" v="319"/>
          <ac:spMkLst>
            <pc:docMk/>
            <pc:sldMk cId="3982343431" sldId="257"/>
            <ac:spMk id="10" creationId="{6539DB9A-389F-0A64-7C04-507575147D29}"/>
          </ac:spMkLst>
        </pc:spChg>
        <pc:spChg chg="add mod ord">
          <ac:chgData name="duanahs@gmail.com" userId="378a2514192baee1" providerId="LiveId" clId="{2402997E-B536-408C-8123-C2D4300B0AC2}" dt="2026-07-30T01:28:26.399" v="469" actId="2711"/>
          <ac:spMkLst>
            <pc:docMk/>
            <pc:sldMk cId="3982343431" sldId="257"/>
            <ac:spMk id="11" creationId="{D9B3E766-9B11-C495-0F6E-F733B32B5C65}"/>
          </ac:spMkLst>
        </pc:spChg>
        <pc:spChg chg="add del mod">
          <ac:chgData name="duanahs@gmail.com" userId="378a2514192baee1" providerId="LiveId" clId="{2402997E-B536-408C-8123-C2D4300B0AC2}" dt="2026-07-30T01:03:56.363" v="318"/>
          <ac:spMkLst>
            <pc:docMk/>
            <pc:sldMk cId="3982343431" sldId="257"/>
            <ac:spMk id="12" creationId="{89CEC2D7-CDDE-44C8-63B4-C02CEB95E6E3}"/>
          </ac:spMkLst>
        </pc:spChg>
        <pc:picChg chg="add mod ord">
          <ac:chgData name="duanahs@gmail.com" userId="378a2514192baee1" providerId="LiveId" clId="{2402997E-B536-408C-8123-C2D4300B0AC2}" dt="2026-07-30T01:08:20.451" v="438" actId="29295"/>
          <ac:picMkLst>
            <pc:docMk/>
            <pc:sldMk cId="3982343431" sldId="257"/>
            <ac:picMk id="14" creationId="{E32C62D6-454F-56EF-F42C-BACCA224B3F6}"/>
          </ac:picMkLst>
        </pc:picChg>
      </pc:sldChg>
      <pc:sldChg chg="addSp delSp modSp new mod modTransition">
        <pc:chgData name="duanahs@gmail.com" userId="378a2514192baee1" providerId="LiveId" clId="{2402997E-B536-408C-8123-C2D4300B0AC2}" dt="2026-07-30T05:08:38.111" v="1625"/>
        <pc:sldMkLst>
          <pc:docMk/>
          <pc:sldMk cId="2410598805" sldId="258"/>
        </pc:sldMkLst>
        <pc:spChg chg="mod">
          <ac:chgData name="duanahs@gmail.com" userId="378a2514192baee1" providerId="LiveId" clId="{2402997E-B536-408C-8123-C2D4300B0AC2}" dt="2026-07-30T01:35:51.532" v="539" actId="14100"/>
          <ac:spMkLst>
            <pc:docMk/>
            <pc:sldMk cId="2410598805" sldId="258"/>
            <ac:spMk id="2" creationId="{72087654-E541-8121-FB6C-13E72A1FF659}"/>
          </ac:spMkLst>
        </pc:spChg>
        <pc:spChg chg="del">
          <ac:chgData name="duanahs@gmail.com" userId="378a2514192baee1" providerId="LiveId" clId="{2402997E-B536-408C-8123-C2D4300B0AC2}" dt="2026-07-30T01:30:33.303" v="475"/>
          <ac:spMkLst>
            <pc:docMk/>
            <pc:sldMk cId="2410598805" sldId="258"/>
            <ac:spMk id="3" creationId="{212F3E74-30B0-5C76-0289-5DC4243321C4}"/>
          </ac:spMkLst>
        </pc:spChg>
        <pc:spChg chg="mod">
          <ac:chgData name="duanahs@gmail.com" userId="378a2514192baee1" providerId="LiveId" clId="{2402997E-B536-408C-8123-C2D4300B0AC2}" dt="2026-07-30T01:35:39.341" v="538" actId="14100"/>
          <ac:spMkLst>
            <pc:docMk/>
            <pc:sldMk cId="2410598805" sldId="258"/>
            <ac:spMk id="4" creationId="{5AAF5C66-E51D-3BDF-E558-FF80B1886578}"/>
          </ac:spMkLst>
        </pc:spChg>
        <pc:picChg chg="add mod">
          <ac:chgData name="duanahs@gmail.com" userId="378a2514192baee1" providerId="LiveId" clId="{2402997E-B536-408C-8123-C2D4300B0AC2}" dt="2026-07-30T01:35:52.503" v="540" actId="1076"/>
          <ac:picMkLst>
            <pc:docMk/>
            <pc:sldMk cId="2410598805" sldId="258"/>
            <ac:picMk id="3074" creationId="{275ECCBD-FBA9-7125-366B-69FE61DF14E8}"/>
          </ac:picMkLst>
        </pc:picChg>
      </pc:sldChg>
      <pc:sldChg chg="addSp delSp modSp new mod modTransition">
        <pc:chgData name="duanahs@gmail.com" userId="378a2514192baee1" providerId="LiveId" clId="{2402997E-B536-408C-8123-C2D4300B0AC2}" dt="2026-07-30T05:08:38.111" v="1625"/>
        <pc:sldMkLst>
          <pc:docMk/>
          <pc:sldMk cId="1251362118" sldId="259"/>
        </pc:sldMkLst>
        <pc:spChg chg="mod">
          <ac:chgData name="duanahs@gmail.com" userId="378a2514192baee1" providerId="LiveId" clId="{2402997E-B536-408C-8123-C2D4300B0AC2}" dt="2026-07-30T01:44:59.497" v="694" actId="14100"/>
          <ac:spMkLst>
            <pc:docMk/>
            <pc:sldMk cId="1251362118" sldId="259"/>
            <ac:spMk id="2" creationId="{B4584971-8D69-553E-7C60-6EFA33E1E8F8}"/>
          </ac:spMkLst>
        </pc:spChg>
        <pc:spChg chg="del">
          <ac:chgData name="duanahs@gmail.com" userId="378a2514192baee1" providerId="LiveId" clId="{2402997E-B536-408C-8123-C2D4300B0AC2}" dt="2026-07-30T01:39:26.886" v="550"/>
          <ac:spMkLst>
            <pc:docMk/>
            <pc:sldMk cId="1251362118" sldId="259"/>
            <ac:spMk id="3" creationId="{9BA0A6E7-82A6-0BFB-9240-C8D800BE8CE7}"/>
          </ac:spMkLst>
        </pc:spChg>
        <pc:spChg chg="mod">
          <ac:chgData name="duanahs@gmail.com" userId="378a2514192baee1" providerId="LiveId" clId="{2402997E-B536-408C-8123-C2D4300B0AC2}" dt="2026-07-30T01:49:47.737" v="736" actId="14100"/>
          <ac:spMkLst>
            <pc:docMk/>
            <pc:sldMk cId="1251362118" sldId="259"/>
            <ac:spMk id="4" creationId="{D6013493-6E20-A1CA-3299-25DF317D1A1F}"/>
          </ac:spMkLst>
        </pc:spChg>
        <pc:picChg chg="add mod">
          <ac:chgData name="duanahs@gmail.com" userId="378a2514192baee1" providerId="LiveId" clId="{2402997E-B536-408C-8123-C2D4300B0AC2}" dt="2026-07-30T01:49:58.256" v="762"/>
          <ac:picMkLst>
            <pc:docMk/>
            <pc:sldMk cId="1251362118" sldId="259"/>
            <ac:picMk id="4098" creationId="{55564DE0-68EB-E06C-847E-7B4BC545C46F}"/>
          </ac:picMkLst>
        </pc:picChg>
      </pc:sldChg>
      <pc:sldChg chg="addSp delSp modSp new mod modTransition modClrScheme chgLayout">
        <pc:chgData name="duanahs@gmail.com" userId="378a2514192baee1" providerId="LiveId" clId="{2402997E-B536-408C-8123-C2D4300B0AC2}" dt="2026-07-30T05:08:38.111" v="1625"/>
        <pc:sldMkLst>
          <pc:docMk/>
          <pc:sldMk cId="1770294381" sldId="260"/>
        </pc:sldMkLst>
        <pc:spChg chg="mod ord">
          <ac:chgData name="duanahs@gmail.com" userId="378a2514192baee1" providerId="LiveId" clId="{2402997E-B536-408C-8123-C2D4300B0AC2}" dt="2026-07-30T05:05:55.180" v="1608" actId="1076"/>
          <ac:spMkLst>
            <pc:docMk/>
            <pc:sldMk cId="1770294381" sldId="260"/>
            <ac:spMk id="2" creationId="{4E07FE30-0369-D79C-7CCD-9EC88AA703E9}"/>
          </ac:spMkLst>
        </pc:spChg>
        <pc:spChg chg="del">
          <ac:chgData name="duanahs@gmail.com" userId="378a2514192baee1" providerId="LiveId" clId="{2402997E-B536-408C-8123-C2D4300B0AC2}" dt="2026-07-30T02:04:08.453" v="772" actId="700"/>
          <ac:spMkLst>
            <pc:docMk/>
            <pc:sldMk cId="1770294381" sldId="260"/>
            <ac:spMk id="3" creationId="{E20C0C2A-EF6F-A442-93D3-B572EA0B5613}"/>
          </ac:spMkLst>
        </pc:spChg>
        <pc:spChg chg="mod ord">
          <ac:chgData name="duanahs@gmail.com" userId="378a2514192baee1" providerId="LiveId" clId="{2402997E-B536-408C-8123-C2D4300B0AC2}" dt="2026-07-30T02:14:01.683" v="913" actId="14100"/>
          <ac:spMkLst>
            <pc:docMk/>
            <pc:sldMk cId="1770294381" sldId="260"/>
            <ac:spMk id="4" creationId="{67CD1AD7-B46F-D19C-C561-AFEF7AB15F6E}"/>
          </ac:spMkLst>
        </pc:spChg>
        <pc:picChg chg="add mod">
          <ac:chgData name="duanahs@gmail.com" userId="378a2514192baee1" providerId="LiveId" clId="{2402997E-B536-408C-8123-C2D4300B0AC2}" dt="2026-07-30T05:06:42.713" v="1618" actId="167"/>
          <ac:picMkLst>
            <pc:docMk/>
            <pc:sldMk cId="1770294381" sldId="260"/>
            <ac:picMk id="7170" creationId="{C0280929-6620-5CE5-D6ED-23BC53266FB1}"/>
          </ac:picMkLst>
        </pc:picChg>
      </pc:sldChg>
      <pc:sldChg chg="addSp modSp new mod modTransition">
        <pc:chgData name="duanahs@gmail.com" userId="378a2514192baee1" providerId="LiveId" clId="{2402997E-B536-408C-8123-C2D4300B0AC2}" dt="2026-07-30T05:08:38.111" v="1625"/>
        <pc:sldMkLst>
          <pc:docMk/>
          <pc:sldMk cId="3381998358" sldId="261"/>
        </pc:sldMkLst>
        <pc:spChg chg="mod">
          <ac:chgData name="duanahs@gmail.com" userId="378a2514192baee1" providerId="LiveId" clId="{2402997E-B536-408C-8123-C2D4300B0AC2}" dt="2026-07-30T02:18:15.707" v="954" actId="14100"/>
          <ac:spMkLst>
            <pc:docMk/>
            <pc:sldMk cId="3381998358" sldId="261"/>
            <ac:spMk id="2" creationId="{1DD33D0B-5DC1-EDDF-FFC6-EA7DD7670CC9}"/>
          </ac:spMkLst>
        </pc:spChg>
        <pc:spChg chg="mod">
          <ac:chgData name="duanahs@gmail.com" userId="378a2514192baee1" providerId="LiveId" clId="{2402997E-B536-408C-8123-C2D4300B0AC2}" dt="2026-07-30T02:21:04.649" v="974" actId="255"/>
          <ac:spMkLst>
            <pc:docMk/>
            <pc:sldMk cId="3381998358" sldId="261"/>
            <ac:spMk id="3" creationId="{D8AF4F10-501E-CE3B-21D2-F1B4F4D62F63}"/>
          </ac:spMkLst>
        </pc:spChg>
        <pc:picChg chg="add mod">
          <ac:chgData name="duanahs@gmail.com" userId="378a2514192baee1" providerId="LiveId" clId="{2402997E-B536-408C-8123-C2D4300B0AC2}" dt="2026-07-30T05:04:09.705" v="1572" actId="1076"/>
          <ac:picMkLst>
            <pc:docMk/>
            <pc:sldMk cId="3381998358" sldId="261"/>
            <ac:picMk id="6146" creationId="{FCEAFA85-C4F1-7454-0CCB-F91F0F769668}"/>
          </ac:picMkLst>
        </pc:picChg>
      </pc:sldChg>
      <pc:sldChg chg="addSp delSp modSp new mod modTransition modClrScheme chgLayout">
        <pc:chgData name="duanahs@gmail.com" userId="378a2514192baee1" providerId="LiveId" clId="{2402997E-B536-408C-8123-C2D4300B0AC2}" dt="2026-07-30T05:08:38.111" v="1625"/>
        <pc:sldMkLst>
          <pc:docMk/>
          <pc:sldMk cId="1820805912" sldId="262"/>
        </pc:sldMkLst>
        <pc:spChg chg="mod ord">
          <ac:chgData name="duanahs@gmail.com" userId="378a2514192baee1" providerId="LiveId" clId="{2402997E-B536-408C-8123-C2D4300B0AC2}" dt="2026-07-30T02:51:19.383" v="1073" actId="113"/>
          <ac:spMkLst>
            <pc:docMk/>
            <pc:sldMk cId="1820805912" sldId="262"/>
            <ac:spMk id="2" creationId="{D6098944-6BF5-22D0-DCEB-6BD633A1DE52}"/>
          </ac:spMkLst>
        </pc:spChg>
        <pc:spChg chg="del mod ord">
          <ac:chgData name="duanahs@gmail.com" userId="378a2514192baee1" providerId="LiveId" clId="{2402997E-B536-408C-8123-C2D4300B0AC2}" dt="2026-07-30T02:24:56.668" v="979" actId="700"/>
          <ac:spMkLst>
            <pc:docMk/>
            <pc:sldMk cId="1820805912" sldId="262"/>
            <ac:spMk id="3" creationId="{DE13CAAE-73A2-2654-2903-5683BEE4747E}"/>
          </ac:spMkLst>
        </pc:spChg>
        <pc:spChg chg="add mod ord">
          <ac:chgData name="duanahs@gmail.com" userId="378a2514192baee1" providerId="LiveId" clId="{2402997E-B536-408C-8123-C2D4300B0AC2}" dt="2026-07-30T02:47:51.852" v="1051" actId="1076"/>
          <ac:spMkLst>
            <pc:docMk/>
            <pc:sldMk cId="1820805912" sldId="262"/>
            <ac:spMk id="4" creationId="{17FAC542-BBF5-74CA-4626-D05394C8C859}"/>
          </ac:spMkLst>
        </pc:spChg>
        <pc:spChg chg="add del mod ord">
          <ac:chgData name="duanahs@gmail.com" userId="378a2514192baee1" providerId="LiveId" clId="{2402997E-B536-408C-8123-C2D4300B0AC2}" dt="2026-07-30T02:45:47.971" v="991" actId="931"/>
          <ac:spMkLst>
            <pc:docMk/>
            <pc:sldMk cId="1820805912" sldId="262"/>
            <ac:spMk id="5" creationId="{1813A0F6-7C16-B0A2-8167-CF0CEC07DF99}"/>
          </ac:spMkLst>
        </pc:spChg>
        <pc:spChg chg="add mod ord">
          <ac:chgData name="duanahs@gmail.com" userId="378a2514192baee1" providerId="LiveId" clId="{2402997E-B536-408C-8123-C2D4300B0AC2}" dt="2026-07-30T02:50:56.636" v="1069" actId="14100"/>
          <ac:spMkLst>
            <pc:docMk/>
            <pc:sldMk cId="1820805912" sldId="262"/>
            <ac:spMk id="6" creationId="{2AC381E7-D712-B1DA-22F4-CA03F167C175}"/>
          </ac:spMkLst>
        </pc:spChg>
        <pc:spChg chg="add mod ord">
          <ac:chgData name="duanahs@gmail.com" userId="378a2514192baee1" providerId="LiveId" clId="{2402997E-B536-408C-8123-C2D4300B0AC2}" dt="2026-07-30T02:56:50.986" v="1133" actId="14100"/>
          <ac:spMkLst>
            <pc:docMk/>
            <pc:sldMk cId="1820805912" sldId="262"/>
            <ac:spMk id="7" creationId="{17265A8F-8037-328E-A244-B8A31ADA7FE3}"/>
          </ac:spMkLst>
        </pc:spChg>
        <pc:picChg chg="add mod">
          <ac:chgData name="duanahs@gmail.com" userId="378a2514192baee1" providerId="LiveId" clId="{2402997E-B536-408C-8123-C2D4300B0AC2}" dt="2026-07-30T02:47:56.204" v="1052" actId="14100"/>
          <ac:picMkLst>
            <pc:docMk/>
            <pc:sldMk cId="1820805912" sldId="262"/>
            <ac:picMk id="9" creationId="{3117ACAC-92A3-F286-E36E-48B6C42B8B11}"/>
          </ac:picMkLst>
        </pc:picChg>
      </pc:sldChg>
      <pc:sldChg chg="addSp delSp modSp new mod modTransition">
        <pc:chgData name="duanahs@gmail.com" userId="378a2514192baee1" providerId="LiveId" clId="{2402997E-B536-408C-8123-C2D4300B0AC2}" dt="2026-07-30T05:08:38.111" v="1625"/>
        <pc:sldMkLst>
          <pc:docMk/>
          <pc:sldMk cId="2833164274" sldId="263"/>
        </pc:sldMkLst>
        <pc:spChg chg="mod">
          <ac:chgData name="duanahs@gmail.com" userId="378a2514192baee1" providerId="LiveId" clId="{2402997E-B536-408C-8123-C2D4300B0AC2}" dt="2026-07-30T03:28:39.665" v="1439" actId="122"/>
          <ac:spMkLst>
            <pc:docMk/>
            <pc:sldMk cId="2833164274" sldId="263"/>
            <ac:spMk id="2" creationId="{738DD084-4AC8-92B9-2539-3CDB343C3A42}"/>
          </ac:spMkLst>
        </pc:spChg>
        <pc:spChg chg="mod">
          <ac:chgData name="duanahs@gmail.com" userId="378a2514192baee1" providerId="LiveId" clId="{2402997E-B536-408C-8123-C2D4300B0AC2}" dt="2026-07-30T03:26:54.863" v="1408" actId="113"/>
          <ac:spMkLst>
            <pc:docMk/>
            <pc:sldMk cId="2833164274" sldId="263"/>
            <ac:spMk id="3" creationId="{2FEDA04B-01B7-EFF6-2200-B7BD98266876}"/>
          </ac:spMkLst>
        </pc:spChg>
        <pc:spChg chg="mod">
          <ac:chgData name="duanahs@gmail.com" userId="378a2514192baee1" providerId="LiveId" clId="{2402997E-B536-408C-8123-C2D4300B0AC2}" dt="2026-07-30T03:27:03.113" v="1409" actId="20577"/>
          <ac:spMkLst>
            <pc:docMk/>
            <pc:sldMk cId="2833164274" sldId="263"/>
            <ac:spMk id="4" creationId="{2A921A15-2949-D9EF-B7E0-890B8D31F949}"/>
          </ac:spMkLst>
        </pc:spChg>
        <pc:spChg chg="mod">
          <ac:chgData name="duanahs@gmail.com" userId="378a2514192baee1" providerId="LiveId" clId="{2402997E-B536-408C-8123-C2D4300B0AC2}" dt="2026-07-30T03:20:26.341" v="1323" actId="1076"/>
          <ac:spMkLst>
            <pc:docMk/>
            <pc:sldMk cId="2833164274" sldId="263"/>
            <ac:spMk id="5" creationId="{BDC9711C-B2C0-ADCE-56AA-3F161F6CF593}"/>
          </ac:spMkLst>
        </pc:spChg>
        <pc:spChg chg="add del mod">
          <ac:chgData name="duanahs@gmail.com" userId="378a2514192baee1" providerId="LiveId" clId="{2402997E-B536-408C-8123-C2D4300B0AC2}" dt="2026-07-30T03:26:05.224" v="1407" actId="403"/>
          <ac:spMkLst>
            <pc:docMk/>
            <pc:sldMk cId="2833164274" sldId="263"/>
            <ac:spMk id="6" creationId="{2259DF53-F302-9805-D159-6F87825BB5D7}"/>
          </ac:spMkLst>
        </pc:spChg>
        <pc:graphicFrameChg chg="add del mod ord modGraphic">
          <ac:chgData name="duanahs@gmail.com" userId="378a2514192baee1" providerId="LiveId" clId="{2402997E-B536-408C-8123-C2D4300B0AC2}" dt="2026-07-30T03:10:07.380" v="1178" actId="3680"/>
          <ac:graphicFrameMkLst>
            <pc:docMk/>
            <pc:sldMk cId="2833164274" sldId="263"/>
            <ac:graphicFrameMk id="9" creationId="{84B3E34F-8720-096C-8A82-B92142BD411B}"/>
          </ac:graphicFrameMkLst>
        </pc:graphicFrameChg>
      </pc:sldChg>
      <pc:sldChg chg="addSp delSp modSp new mod modTransition modClrScheme chgLayout">
        <pc:chgData name="duanahs@gmail.com" userId="378a2514192baee1" providerId="LiveId" clId="{2402997E-B536-408C-8123-C2D4300B0AC2}" dt="2026-07-30T05:08:38.111" v="1625"/>
        <pc:sldMkLst>
          <pc:docMk/>
          <pc:sldMk cId="2694113266" sldId="264"/>
        </pc:sldMkLst>
        <pc:spChg chg="mod ord">
          <ac:chgData name="duanahs@gmail.com" userId="378a2514192baee1" providerId="LiveId" clId="{2402997E-B536-408C-8123-C2D4300B0AC2}" dt="2026-07-30T04:51:22.939" v="1465" actId="14100"/>
          <ac:spMkLst>
            <pc:docMk/>
            <pc:sldMk cId="2694113266" sldId="264"/>
            <ac:spMk id="2" creationId="{5308EC88-9C2B-06D2-9D5C-E66049321DDA}"/>
          </ac:spMkLst>
        </pc:spChg>
        <pc:spChg chg="del mod ord">
          <ac:chgData name="duanahs@gmail.com" userId="378a2514192baee1" providerId="LiveId" clId="{2402997E-B536-408C-8123-C2D4300B0AC2}" dt="2026-07-30T04:39:46.360" v="1446" actId="700"/>
          <ac:spMkLst>
            <pc:docMk/>
            <pc:sldMk cId="2694113266" sldId="264"/>
            <ac:spMk id="3" creationId="{9BF4818B-91CF-AE76-4E9F-C292A06AD946}"/>
          </ac:spMkLst>
        </pc:spChg>
        <pc:spChg chg="del">
          <ac:chgData name="duanahs@gmail.com" userId="378a2514192baee1" providerId="LiveId" clId="{2402997E-B536-408C-8123-C2D4300B0AC2}" dt="2026-07-30T04:39:09.046" v="1444" actId="931"/>
          <ac:spMkLst>
            <pc:docMk/>
            <pc:sldMk cId="2694113266" sldId="264"/>
            <ac:spMk id="4" creationId="{06D5EAA4-7B13-1013-3289-7386F65292C6}"/>
          </ac:spMkLst>
        </pc:spChg>
        <pc:spChg chg="del">
          <ac:chgData name="duanahs@gmail.com" userId="378a2514192baee1" providerId="LiveId" clId="{2402997E-B536-408C-8123-C2D4300B0AC2}" dt="2026-07-30T04:39:46.360" v="1446" actId="700"/>
          <ac:spMkLst>
            <pc:docMk/>
            <pc:sldMk cId="2694113266" sldId="264"/>
            <ac:spMk id="5" creationId="{7285BD48-6657-E455-E02B-AA8F504D40B1}"/>
          </ac:spMkLst>
        </pc:spChg>
        <pc:spChg chg="del">
          <ac:chgData name="duanahs@gmail.com" userId="378a2514192baee1" providerId="LiveId" clId="{2402997E-B536-408C-8123-C2D4300B0AC2}" dt="2026-07-30T04:39:46.360" v="1446" actId="700"/>
          <ac:spMkLst>
            <pc:docMk/>
            <pc:sldMk cId="2694113266" sldId="264"/>
            <ac:spMk id="6" creationId="{D8A5B58B-245A-36E3-ACC1-60BC4A012549}"/>
          </ac:spMkLst>
        </pc:spChg>
        <pc:spChg chg="add mod ord">
          <ac:chgData name="duanahs@gmail.com" userId="378a2514192baee1" providerId="LiveId" clId="{2402997E-B536-408C-8123-C2D4300B0AC2}" dt="2026-07-30T04:52:30.841" v="1483" actId="27636"/>
          <ac:spMkLst>
            <pc:docMk/>
            <pc:sldMk cId="2694113266" sldId="264"/>
            <ac:spMk id="9" creationId="{F7BC357B-7436-18F4-5169-26672B6BC648}"/>
          </ac:spMkLst>
        </pc:spChg>
        <pc:picChg chg="add mod ord">
          <ac:chgData name="duanahs@gmail.com" userId="378a2514192baee1" providerId="LiveId" clId="{2402997E-B536-408C-8123-C2D4300B0AC2}" dt="2026-07-30T04:40:09.885" v="1451" actId="14100"/>
          <ac:picMkLst>
            <pc:docMk/>
            <pc:sldMk cId="2694113266" sldId="264"/>
            <ac:picMk id="8" creationId="{0085378B-8767-296F-A9C7-9BB2D9E925AA}"/>
          </ac:picMkLst>
        </pc:picChg>
      </pc:sldChg>
      <pc:sldChg chg="addSp delSp modSp new mod modTransition modClrScheme chgLayout">
        <pc:chgData name="duanahs@gmail.com" userId="378a2514192baee1" providerId="LiveId" clId="{2402997E-B536-408C-8123-C2D4300B0AC2}" dt="2026-07-30T05:08:38.111" v="1625"/>
        <pc:sldMkLst>
          <pc:docMk/>
          <pc:sldMk cId="1879539230" sldId="265"/>
        </pc:sldMkLst>
        <pc:spChg chg="del mod ord">
          <ac:chgData name="duanahs@gmail.com" userId="378a2514192baee1" providerId="LiveId" clId="{2402997E-B536-408C-8123-C2D4300B0AC2}" dt="2026-07-30T04:55:58.305" v="1487" actId="700"/>
          <ac:spMkLst>
            <pc:docMk/>
            <pc:sldMk cId="1879539230" sldId="265"/>
            <ac:spMk id="2" creationId="{61E5780C-5F34-C36B-B386-9B2BAEC38636}"/>
          </ac:spMkLst>
        </pc:spChg>
        <pc:spChg chg="del">
          <ac:chgData name="duanahs@gmail.com" userId="378a2514192baee1" providerId="LiveId" clId="{2402997E-B536-408C-8123-C2D4300B0AC2}" dt="2026-07-30T04:55:58.305" v="1487" actId="700"/>
          <ac:spMkLst>
            <pc:docMk/>
            <pc:sldMk cId="1879539230" sldId="265"/>
            <ac:spMk id="3" creationId="{82AFC502-9757-8856-862B-D6365505FF5B}"/>
          </ac:spMkLst>
        </pc:spChg>
        <pc:spChg chg="del mod ord">
          <ac:chgData name="duanahs@gmail.com" userId="378a2514192baee1" providerId="LiveId" clId="{2402997E-B536-408C-8123-C2D4300B0AC2}" dt="2026-07-30T04:55:58.305" v="1487" actId="700"/>
          <ac:spMkLst>
            <pc:docMk/>
            <pc:sldMk cId="1879539230" sldId="265"/>
            <ac:spMk id="4" creationId="{EB43BCA6-5B19-A6A0-ECA4-CE928A017016}"/>
          </ac:spMkLst>
        </pc:spChg>
        <pc:spChg chg="del">
          <ac:chgData name="duanahs@gmail.com" userId="378a2514192baee1" providerId="LiveId" clId="{2402997E-B536-408C-8123-C2D4300B0AC2}" dt="2026-07-30T04:55:58.305" v="1487" actId="700"/>
          <ac:spMkLst>
            <pc:docMk/>
            <pc:sldMk cId="1879539230" sldId="265"/>
            <ac:spMk id="5" creationId="{AD966FBF-8E55-CF33-7FF5-46F98EE28013}"/>
          </ac:spMkLst>
        </pc:spChg>
        <pc:spChg chg="del">
          <ac:chgData name="duanahs@gmail.com" userId="378a2514192baee1" providerId="LiveId" clId="{2402997E-B536-408C-8123-C2D4300B0AC2}" dt="2026-07-30T04:55:58.305" v="1487" actId="700"/>
          <ac:spMkLst>
            <pc:docMk/>
            <pc:sldMk cId="1879539230" sldId="265"/>
            <ac:spMk id="6" creationId="{86B7A7F7-7BF3-10C3-A809-0E5E178CA8E2}"/>
          </ac:spMkLst>
        </pc:spChg>
        <pc:spChg chg="add del mod ord">
          <ac:chgData name="duanahs@gmail.com" userId="378a2514192baee1" providerId="LiveId" clId="{2402997E-B536-408C-8123-C2D4300B0AC2}" dt="2026-07-30T04:57:48.568" v="1488" actId="700"/>
          <ac:spMkLst>
            <pc:docMk/>
            <pc:sldMk cId="1879539230" sldId="265"/>
            <ac:spMk id="7" creationId="{45802F87-BE34-1C1C-813B-37C452CF7AD8}"/>
          </ac:spMkLst>
        </pc:spChg>
        <pc:spChg chg="add del mod ord">
          <ac:chgData name="duanahs@gmail.com" userId="378a2514192baee1" providerId="LiveId" clId="{2402997E-B536-408C-8123-C2D4300B0AC2}" dt="2026-07-30T04:57:48.568" v="1488" actId="700"/>
          <ac:spMkLst>
            <pc:docMk/>
            <pc:sldMk cId="1879539230" sldId="265"/>
            <ac:spMk id="8" creationId="{173F2DB7-CF25-451B-B412-38139F8314C4}"/>
          </ac:spMkLst>
        </pc:spChg>
        <pc:spChg chg="add del mod ord">
          <ac:chgData name="duanahs@gmail.com" userId="378a2514192baee1" providerId="LiveId" clId="{2402997E-B536-408C-8123-C2D4300B0AC2}" dt="2026-07-30T04:57:54.991" v="1489" actId="700"/>
          <ac:spMkLst>
            <pc:docMk/>
            <pc:sldMk cId="1879539230" sldId="265"/>
            <ac:spMk id="9" creationId="{4876D8A2-91DE-0988-CBEF-96677ADEF5D6}"/>
          </ac:spMkLst>
        </pc:spChg>
        <pc:spChg chg="add del mod ord">
          <ac:chgData name="duanahs@gmail.com" userId="378a2514192baee1" providerId="LiveId" clId="{2402997E-B536-408C-8123-C2D4300B0AC2}" dt="2026-07-30T04:57:54.991" v="1489" actId="700"/>
          <ac:spMkLst>
            <pc:docMk/>
            <pc:sldMk cId="1879539230" sldId="265"/>
            <ac:spMk id="10" creationId="{D1370FF1-0FEC-51CC-5FEB-F034A9513127}"/>
          </ac:spMkLst>
        </pc:spChg>
        <pc:spChg chg="add del mod ord">
          <ac:chgData name="duanahs@gmail.com" userId="378a2514192baee1" providerId="LiveId" clId="{2402997E-B536-408C-8123-C2D4300B0AC2}" dt="2026-07-30T04:57:54.991" v="1489" actId="700"/>
          <ac:spMkLst>
            <pc:docMk/>
            <pc:sldMk cId="1879539230" sldId="265"/>
            <ac:spMk id="11" creationId="{EA79C53B-191B-7065-5D78-EBEF1A06FA04}"/>
          </ac:spMkLst>
        </pc:spChg>
        <pc:spChg chg="add del mod ord">
          <ac:chgData name="duanahs@gmail.com" userId="378a2514192baee1" providerId="LiveId" clId="{2402997E-B536-408C-8123-C2D4300B0AC2}" dt="2026-07-30T04:57:54.991" v="1489" actId="700"/>
          <ac:spMkLst>
            <pc:docMk/>
            <pc:sldMk cId="1879539230" sldId="265"/>
            <ac:spMk id="12" creationId="{CB1235C7-5293-8206-1ECF-629CD8AA471D}"/>
          </ac:spMkLst>
        </pc:spChg>
        <pc:spChg chg="add del mod ord">
          <ac:chgData name="duanahs@gmail.com" userId="378a2514192baee1" providerId="LiveId" clId="{2402997E-B536-408C-8123-C2D4300B0AC2}" dt="2026-07-30T04:57:54.991" v="1489" actId="700"/>
          <ac:spMkLst>
            <pc:docMk/>
            <pc:sldMk cId="1879539230" sldId="265"/>
            <ac:spMk id="13" creationId="{B614D80F-20B3-A2E5-96B4-909E37912BCC}"/>
          </ac:spMkLst>
        </pc:spChg>
        <pc:spChg chg="add mod ord">
          <ac:chgData name="duanahs@gmail.com" userId="378a2514192baee1" providerId="LiveId" clId="{2402997E-B536-408C-8123-C2D4300B0AC2}" dt="2026-07-30T04:59:53.013" v="1524" actId="122"/>
          <ac:spMkLst>
            <pc:docMk/>
            <pc:sldMk cId="1879539230" sldId="265"/>
            <ac:spMk id="14" creationId="{E521B2FE-B4F6-3312-0081-58C5447BE41F}"/>
          </ac:spMkLst>
        </pc:spChg>
        <pc:spChg chg="add del mod ord">
          <ac:chgData name="duanahs@gmail.com" userId="378a2514192baee1" providerId="LiveId" clId="{2402997E-B536-408C-8123-C2D4300B0AC2}" dt="2026-07-30T05:07:34.804" v="1622" actId="113"/>
          <ac:spMkLst>
            <pc:docMk/>
            <pc:sldMk cId="1879539230" sldId="265"/>
            <ac:spMk id="15" creationId="{DA6146CA-5B20-D5A3-4100-908D3E5C9394}"/>
          </ac:spMkLst>
        </pc:spChg>
        <pc:spChg chg="add del mod ord">
          <ac:chgData name="duanahs@gmail.com" userId="378a2514192baee1" providerId="LiveId" clId="{2402997E-B536-408C-8123-C2D4300B0AC2}" dt="2026-07-30T04:57:59.618" v="1490"/>
          <ac:spMkLst>
            <pc:docMk/>
            <pc:sldMk cId="1879539230" sldId="265"/>
            <ac:spMk id="16" creationId="{7A52E51F-D6F2-1018-C219-F66A6D329610}"/>
          </ac:spMkLst>
        </pc:spChg>
        <pc:picChg chg="add mod">
          <ac:chgData name="duanahs@gmail.com" userId="378a2514192baee1" providerId="LiveId" clId="{2402997E-B536-408C-8123-C2D4300B0AC2}" dt="2026-07-30T04:58:31.715" v="1497" actId="167"/>
          <ac:picMkLst>
            <pc:docMk/>
            <pc:sldMk cId="1879539230" sldId="265"/>
            <ac:picMk id="5122" creationId="{DE68B900-81A3-0E72-4FE1-4191B7780756}"/>
          </ac:picMkLst>
        </pc:picChg>
        <pc:picChg chg="add del mod">
          <ac:chgData name="duanahs@gmail.com" userId="378a2514192baee1" providerId="LiveId" clId="{2402997E-B536-408C-8123-C2D4300B0AC2}" dt="2026-07-30T04:58:38.936" v="1499"/>
          <ac:picMkLst>
            <pc:docMk/>
            <pc:sldMk cId="1879539230" sldId="265"/>
            <ac:picMk id="5124" creationId="{2C31E1A3-45C2-000F-49F6-4AFE6BBDE995}"/>
          </ac:picMkLst>
        </pc:picChg>
      </pc:sldChg>
      <pc:sldChg chg="addSp delSp modSp new del mod modClrScheme chgLayout">
        <pc:chgData name="duanahs@gmail.com" userId="378a2514192baee1" providerId="LiveId" clId="{2402997E-B536-408C-8123-C2D4300B0AC2}" dt="2026-07-30T04:55:51.617" v="1486" actId="2696"/>
        <pc:sldMkLst>
          <pc:docMk/>
          <pc:sldMk cId="1243272608" sldId="266"/>
        </pc:sldMkLst>
        <pc:spChg chg="del mod ord">
          <ac:chgData name="duanahs@gmail.com" userId="378a2514192baee1" providerId="LiveId" clId="{2402997E-B536-408C-8123-C2D4300B0AC2}" dt="2026-07-30T04:55:40.287" v="1485" actId="700"/>
          <ac:spMkLst>
            <pc:docMk/>
            <pc:sldMk cId="1243272608" sldId="266"/>
            <ac:spMk id="2" creationId="{953646DA-8C4E-E0A1-7E86-31343C8E088B}"/>
          </ac:spMkLst>
        </pc:spChg>
        <pc:spChg chg="add mod ord">
          <ac:chgData name="duanahs@gmail.com" userId="378a2514192baee1" providerId="LiveId" clId="{2402997E-B536-408C-8123-C2D4300B0AC2}" dt="2026-07-30T04:55:40.287" v="1485" actId="700"/>
          <ac:spMkLst>
            <pc:docMk/>
            <pc:sldMk cId="1243272608" sldId="266"/>
            <ac:spMk id="3" creationId="{BABD60E5-BFB8-B15D-CABE-00C4538D0C7C}"/>
          </ac:spMkLst>
        </pc:spChg>
        <pc:spChg chg="add mod ord">
          <ac:chgData name="duanahs@gmail.com" userId="378a2514192baee1" providerId="LiveId" clId="{2402997E-B536-408C-8123-C2D4300B0AC2}" dt="2026-07-30T04:55:40.287" v="1485" actId="700"/>
          <ac:spMkLst>
            <pc:docMk/>
            <pc:sldMk cId="1243272608" sldId="266"/>
            <ac:spMk id="4" creationId="{B22894A0-35A5-6402-FD43-6BB6CEC5B2F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D1BFD-49DD-42B8-8902-8412ED3668C3}" type="datetimeFigureOut">
              <a:rPr lang="en-GB" smtClean="0"/>
              <a:t>30/07/2026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7BA67-AF34-4D6C-B87B-20569774E3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7627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D1BFD-49DD-42B8-8902-8412ED3668C3}" type="datetimeFigureOut">
              <a:rPr lang="en-GB" smtClean="0"/>
              <a:t>30/07/2026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7BA67-AF34-4D6C-B87B-20569774E3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8007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D1BFD-49DD-42B8-8902-8412ED3668C3}" type="datetimeFigureOut">
              <a:rPr lang="en-GB" smtClean="0"/>
              <a:t>30/07/2026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7BA67-AF34-4D6C-B87B-20569774E3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8001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D1BFD-49DD-42B8-8902-8412ED3668C3}" type="datetimeFigureOut">
              <a:rPr lang="en-GB" smtClean="0"/>
              <a:t>30/07/2026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7BA67-AF34-4D6C-B87B-20569774E3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490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D1BFD-49DD-42B8-8902-8412ED3668C3}" type="datetimeFigureOut">
              <a:rPr lang="en-GB" smtClean="0"/>
              <a:t>30/07/2026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7BA67-AF34-4D6C-B87B-20569774E3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4442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D1BFD-49DD-42B8-8902-8412ED3668C3}" type="datetimeFigureOut">
              <a:rPr lang="en-GB" smtClean="0"/>
              <a:t>30/07/2026</a:t>
            </a:fld>
            <a:endParaRPr lang="en-GB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7BA67-AF34-4D6C-B87B-20569774E3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6980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D1BFD-49DD-42B8-8902-8412ED3668C3}" type="datetimeFigureOut">
              <a:rPr lang="en-GB" smtClean="0"/>
              <a:t>30/07/2026</a:t>
            </a:fld>
            <a:endParaRPr lang="en-GB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7BA67-AF34-4D6C-B87B-20569774E3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782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D1BFD-49DD-42B8-8902-8412ED3668C3}" type="datetimeFigureOut">
              <a:rPr lang="en-GB" smtClean="0"/>
              <a:t>30/07/2026</a:t>
            </a:fld>
            <a:endParaRPr lang="en-GB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7BA67-AF34-4D6C-B87B-20569774E3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2052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D1BFD-49DD-42B8-8902-8412ED3668C3}" type="datetimeFigureOut">
              <a:rPr lang="en-GB" smtClean="0"/>
              <a:t>30/07/2026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7BA67-AF34-4D6C-B87B-20569774E3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543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D1BFD-49DD-42B8-8902-8412ED3668C3}" type="datetimeFigureOut">
              <a:rPr lang="en-GB" smtClean="0"/>
              <a:t>30/07/2026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7BA67-AF34-4D6C-B87B-20569774E3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0653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D1BFD-49DD-42B8-8902-8412ED3668C3}" type="datetimeFigureOut">
              <a:rPr lang="en-GB" smtClean="0"/>
              <a:t>30/07/2026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7BA67-AF34-4D6C-B87B-20569774E3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10532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D1BFD-49DD-42B8-8902-8412ED3668C3}" type="datetimeFigureOut">
              <a:rPr lang="en-GB" smtClean="0"/>
              <a:t>30/07/2026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7BA67-AF34-4D6C-B87B-20569774E3CC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74190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D1BFD-49DD-42B8-8902-8412ED3668C3}" type="datetimeFigureOut">
              <a:rPr lang="en-GB" smtClean="0"/>
              <a:t>30/07/2026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7BA67-AF34-4D6C-B87B-20569774E3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34901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D1BFD-49DD-42B8-8902-8412ED3668C3}" type="datetimeFigureOut">
              <a:rPr lang="en-GB" smtClean="0"/>
              <a:t>30/07/2026</a:t>
            </a:fld>
            <a:endParaRPr lang="en-GB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7BA67-AF34-4D6C-B87B-20569774E3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70032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D1BFD-49DD-42B8-8902-8412ED3668C3}" type="datetimeFigureOut">
              <a:rPr lang="en-GB" smtClean="0"/>
              <a:t>30/07/2026</a:t>
            </a:fld>
            <a:endParaRPr lang="en-GB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7BA67-AF34-4D6C-B87B-20569774E3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6592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D1BFD-49DD-42B8-8902-8412ED3668C3}" type="datetimeFigureOut">
              <a:rPr lang="en-GB" smtClean="0"/>
              <a:t>30/07/2026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7BA67-AF34-4D6C-B87B-20569774E3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94789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D1BFD-49DD-42B8-8902-8412ED3668C3}" type="datetimeFigureOut">
              <a:rPr lang="en-GB" smtClean="0"/>
              <a:t>30/07/2026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7BA67-AF34-4D6C-B87B-20569774E3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2965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EBBD1BFD-49DD-42B8-8902-8412ED3668C3}" type="datetimeFigureOut">
              <a:rPr lang="en-GB" smtClean="0"/>
              <a:t>30/07/2026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77BA67-AF34-4D6C-B87B-20569774E3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618106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!bw700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84C6CE31-CEB7-1C15-0B32-BA498ABF875E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alphaModFix amt="69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9228"/>
                    </a14:imgEffect>
                  </a14:imgLayer>
                </a14:imgProps>
              </a:ext>
            </a:extLst>
          </a:blip>
          <a:srcRect l="15408" r="15408"/>
          <a:stretch>
            <a:fillRect/>
          </a:stretch>
        </p:blipFill>
        <p:spPr>
          <a:xfrm>
            <a:off x="6805384" y="0"/>
            <a:ext cx="5256628" cy="6858000"/>
          </a:xfrm>
          <a:prstGeom prst="rect">
            <a:avLst/>
          </a:prstGeom>
          <a:effectLst>
            <a:outerShdw blurRad="50800" dist="50800" dir="5400000" algn="tl" rotWithShape="0">
              <a:srgbClr val="000000">
                <a:alpha val="70000"/>
              </a:srgbClr>
            </a:outerShdw>
          </a:effec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1B13423-E817-591F-1BBE-8FD4E844F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90517" y="0"/>
            <a:ext cx="12333987" cy="1251712"/>
          </a:xfrm>
        </p:spPr>
        <p:txBody>
          <a:bodyPr>
            <a:normAutofit/>
          </a:bodyPr>
          <a:lstStyle/>
          <a:p>
            <a:pPr algn="ctr"/>
            <a:r>
              <a:rPr lang="en-GB" sz="4000" b="1" dirty="0">
                <a:latin typeface="Helvetica "/>
              </a:rPr>
              <a:t>Pharmacy Management Database System</a:t>
            </a:r>
            <a:br>
              <a:rPr lang="en-GB" b="1" dirty="0"/>
            </a:b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16368E6-C22E-D6E1-CE90-1D62D02A3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9989" y="1815353"/>
            <a:ext cx="7311820" cy="4773705"/>
          </a:xfrm>
        </p:spPr>
        <p:txBody>
          <a:bodyPr>
            <a:normAutofit fontScale="85000" lnSpcReduction="20000"/>
          </a:bodyPr>
          <a:lstStyle/>
          <a:p>
            <a:r>
              <a:rPr lang="en-GB" sz="2800" b="1" dirty="0">
                <a:latin typeface="Helvetica "/>
                <a:cs typeface="Times New Roman" panose="02020603050405020304" pitchFamily="18" charset="0"/>
              </a:rPr>
              <a:t>Faculty: Computing and Information Sciences (CIS)</a:t>
            </a:r>
          </a:p>
          <a:p>
            <a:r>
              <a:rPr lang="en-GB" sz="2800" b="1" dirty="0">
                <a:latin typeface="Helvetica "/>
                <a:cs typeface="Times New Roman" panose="02020603050405020304" pitchFamily="18" charset="0"/>
              </a:rPr>
              <a:t> Department: Information Systems Management (ISM)</a:t>
            </a:r>
          </a:p>
          <a:p>
            <a:endParaRPr lang="en-GB" sz="2800" b="1" dirty="0">
              <a:latin typeface="Helvetica "/>
              <a:cs typeface="Times New Roman" panose="02020603050405020304" pitchFamily="18" charset="0"/>
            </a:endParaRPr>
          </a:p>
          <a:p>
            <a:r>
              <a:rPr lang="en-GB" sz="2800" b="1" dirty="0">
                <a:latin typeface="Helvetica "/>
                <a:cs typeface="Times New Roman" panose="02020603050405020304" pitchFamily="18" charset="0"/>
              </a:rPr>
              <a:t>Course: Database Programming</a:t>
            </a:r>
          </a:p>
          <a:p>
            <a:br>
              <a:rPr lang="en-GB" sz="2800" b="1" dirty="0">
                <a:latin typeface="Helvetica "/>
                <a:cs typeface="Times New Roman" panose="02020603050405020304" pitchFamily="18" charset="0"/>
              </a:rPr>
            </a:br>
            <a:r>
              <a:rPr lang="en-GB" sz="2800" b="1" dirty="0">
                <a:latin typeface="Helvetica "/>
                <a:cs typeface="Times New Roman" panose="02020603050405020304" pitchFamily="18" charset="0"/>
              </a:rPr>
              <a:t>Technology Used: Oracle Database, PL/SQL, Power </a:t>
            </a:r>
          </a:p>
          <a:p>
            <a:endParaRPr lang="en-GB" sz="2800" b="1" dirty="0">
              <a:latin typeface="Helvetica "/>
              <a:cs typeface="Times New Roman" panose="02020603050405020304" pitchFamily="18" charset="0"/>
            </a:endParaRPr>
          </a:p>
          <a:p>
            <a:endParaRPr lang="en-GB" sz="2400" dirty="0">
              <a:latin typeface="Helvetica "/>
              <a:cs typeface="Times New Roman" panose="02020603050405020304" pitchFamily="18" charset="0"/>
            </a:endParaRPr>
          </a:p>
          <a:p>
            <a:endParaRPr lang="en-GB" sz="2400" dirty="0">
              <a:latin typeface="Helvetica "/>
              <a:cs typeface="Times New Roman" panose="02020603050405020304" pitchFamily="18" charset="0"/>
            </a:endParaRPr>
          </a:p>
          <a:p>
            <a:r>
              <a:rPr lang="en-GB" sz="2400" b="1" dirty="0">
                <a:latin typeface="Helvetica "/>
                <a:cs typeface="Times New Roman" panose="02020603050405020304" pitchFamily="18" charset="0"/>
              </a:rPr>
              <a:t>Prepared by:</a:t>
            </a:r>
            <a:r>
              <a:rPr lang="en-GB" sz="2400" dirty="0">
                <a:latin typeface="Helvetica "/>
                <a:cs typeface="Times New Roman" panose="02020603050405020304" pitchFamily="18" charset="0"/>
              </a:rPr>
              <a:t> </a:t>
            </a:r>
            <a:r>
              <a:rPr lang="en-GB" sz="2400" dirty="0" err="1">
                <a:latin typeface="Helvetica "/>
                <a:cs typeface="Times New Roman" panose="02020603050405020304" pitchFamily="18" charset="0"/>
              </a:rPr>
              <a:t>Shedrick</a:t>
            </a:r>
            <a:r>
              <a:rPr lang="en-GB" sz="2400" dirty="0">
                <a:latin typeface="Helvetica "/>
                <a:cs typeface="Times New Roman" panose="02020603050405020304" pitchFamily="18" charset="0"/>
              </a:rPr>
              <a:t> </a:t>
            </a:r>
            <a:r>
              <a:rPr lang="en-GB" sz="2400" dirty="0" err="1">
                <a:latin typeface="Helvetica "/>
                <a:cs typeface="Times New Roman" panose="02020603050405020304" pitchFamily="18" charset="0"/>
              </a:rPr>
              <a:t>Duanah</a:t>
            </a:r>
            <a:endParaRPr lang="en-GB" sz="2400" dirty="0">
              <a:latin typeface="Helvetica "/>
              <a:cs typeface="Times New Roman" panose="02020603050405020304" pitchFamily="18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422799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E32C62D6-454F-56EF-F42C-BACCA224B3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 amt="6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6892" y="0"/>
            <a:ext cx="4525108" cy="6858000"/>
          </a:xfr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12B4FFC1-B012-32B1-4930-28D290340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47711"/>
            <a:ext cx="7918708" cy="1447800"/>
          </a:xfrm>
        </p:spPr>
        <p:txBody>
          <a:bodyPr/>
          <a:lstStyle/>
          <a:p>
            <a:pPr algn="ctr"/>
            <a:r>
              <a:rPr lang="en-GB" sz="4800" b="1" dirty="0">
                <a:latin typeface="Helvetica "/>
              </a:rPr>
              <a:t>INTRODUCTION</a:t>
            </a:r>
            <a:br>
              <a:rPr lang="en-GB" b="1" dirty="0"/>
            </a:br>
            <a:endParaRPr lang="en-GB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9B3E766-9B11-C495-0F6E-F733B32B5C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0" y="1300089"/>
            <a:ext cx="7413674" cy="5557911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GB" sz="2000" dirty="0">
                <a:latin typeface="Helvetica "/>
                <a:cs typeface="Times New Roman" panose="02020603050405020304" pitchFamily="18" charset="0"/>
              </a:rPr>
              <a:t>A pharmacy requires an efficient system to manage medicines, suppliers, patients, prescriptions, sales, and inventory records.</a:t>
            </a:r>
          </a:p>
          <a:p>
            <a:pPr>
              <a:lnSpc>
                <a:spcPct val="110000"/>
              </a:lnSpc>
            </a:pPr>
            <a:r>
              <a:rPr lang="en-GB" sz="2000" dirty="0">
                <a:latin typeface="Helvetica "/>
                <a:cs typeface="Times New Roman" panose="02020603050405020304" pitchFamily="18" charset="0"/>
              </a:rPr>
              <a:t>The Pharmacy Management Database System was developed to improve data management, reduce manual errors, and support better decision-making through database technologies.</a:t>
            </a:r>
          </a:p>
          <a:p>
            <a:endParaRPr lang="en-GB" sz="2000" dirty="0">
              <a:latin typeface="Helvetica "/>
              <a:cs typeface="Times New Roman" panose="02020603050405020304" pitchFamily="18" charset="0"/>
            </a:endParaRPr>
          </a:p>
          <a:p>
            <a:pPr algn="ctr"/>
            <a:r>
              <a:rPr lang="en-GB" sz="2400" b="1" dirty="0">
                <a:latin typeface="Helvetica "/>
                <a:cs typeface="Times New Roman" panose="02020603050405020304" pitchFamily="18" charset="0"/>
              </a:rPr>
              <a:t>The system provides</a:t>
            </a:r>
            <a:r>
              <a:rPr lang="en-GB" sz="2000" b="1" dirty="0">
                <a:latin typeface="Helvetica "/>
                <a:cs typeface="Times New Roman" panose="02020603050405020304" pitchFamily="18" charset="0"/>
              </a:rPr>
              <a:t>: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GB" sz="2000" dirty="0">
                <a:latin typeface="Helvetica "/>
                <a:cs typeface="Times New Roman" panose="02020603050405020304" pitchFamily="18" charset="0"/>
              </a:rPr>
              <a:t>Medicine and stock management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GB" sz="2000" dirty="0">
                <a:latin typeface="Helvetica "/>
                <a:cs typeface="Times New Roman" panose="02020603050405020304" pitchFamily="18" charset="0"/>
              </a:rPr>
              <a:t>Supplier management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GB" sz="2000" dirty="0">
                <a:latin typeface="Helvetica "/>
                <a:cs typeface="Times New Roman" panose="02020603050405020304" pitchFamily="18" charset="0"/>
              </a:rPr>
              <a:t>Patient records management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GB" sz="2000" dirty="0">
                <a:latin typeface="Helvetica "/>
                <a:cs typeface="Times New Roman" panose="02020603050405020304" pitchFamily="18" charset="0"/>
              </a:rPr>
              <a:t>Prescription tracking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GB" sz="2000" dirty="0">
                <a:latin typeface="Helvetica "/>
                <a:cs typeface="Times New Roman" panose="02020603050405020304" pitchFamily="18" charset="0"/>
              </a:rPr>
              <a:t>Audit and user activity monitoring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GB" sz="2000" dirty="0">
                <a:latin typeface="Helvetica "/>
                <a:cs typeface="Times New Roman" panose="02020603050405020304" pitchFamily="18" charset="0"/>
              </a:rPr>
              <a:t>Business intelligence reporting using Power BI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823434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87654-E541-8121-FB6C-13E72A1FF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015" y="147711"/>
            <a:ext cx="7033847" cy="1019907"/>
          </a:xfrm>
        </p:spPr>
        <p:txBody>
          <a:bodyPr/>
          <a:lstStyle/>
          <a:p>
            <a:pPr algn="ctr"/>
            <a:r>
              <a:rPr lang="en-GB" sz="2800" b="1" dirty="0">
                <a:latin typeface="Helvetica "/>
              </a:rPr>
              <a:t>Problem Statement – Problem Definition</a:t>
            </a:r>
            <a:br>
              <a:rPr lang="en-GB" sz="2800" b="1" dirty="0">
                <a:latin typeface="Helvetica "/>
              </a:rPr>
            </a:br>
            <a:endParaRPr lang="en-GB" sz="2800" dirty="0">
              <a:latin typeface="Helvetica 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AF5C66-E51D-3BDF-E558-FF80B18865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5507" y="1167618"/>
            <a:ext cx="7336302" cy="5690382"/>
          </a:xfrm>
        </p:spPr>
        <p:txBody>
          <a:bodyPr>
            <a:normAutofit fontScale="92500" lnSpcReduction="10000"/>
          </a:bodyPr>
          <a:lstStyle/>
          <a:p>
            <a:r>
              <a:rPr lang="en-GB" sz="2400" b="1" dirty="0">
                <a:latin typeface="Helvetica "/>
              </a:rPr>
              <a:t>Definition</a:t>
            </a:r>
          </a:p>
          <a:p>
            <a:r>
              <a:rPr lang="en-GB" sz="2400" dirty="0">
                <a:latin typeface="Helvetica "/>
              </a:rPr>
              <a:t>Many pharmacies still face challenges in managing medicine information, inventory, suppliers, and patient records using manual or inefficient methods.</a:t>
            </a:r>
          </a:p>
          <a:p>
            <a:r>
              <a:rPr lang="en-GB" sz="2400" b="1" dirty="0">
                <a:latin typeface="Helvetica "/>
              </a:rPr>
              <a:t>Common problems include: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sz="2400" dirty="0">
                <a:latin typeface="Helvetica "/>
              </a:rPr>
              <a:t>Difficulty tracking available medicines and stock levels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sz="2400" dirty="0">
                <a:latin typeface="Helvetica "/>
              </a:rPr>
              <a:t>Lack of proper monitoring of medicine expiry dates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sz="2400" dirty="0">
                <a:latin typeface="Helvetica "/>
              </a:rPr>
              <a:t>Errors caused by manual record keeping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sz="2400" dirty="0">
                <a:latin typeface="Helvetica "/>
              </a:rPr>
              <a:t>Difficulty generating accurate reports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sz="2400" dirty="0">
                <a:latin typeface="Helvetica "/>
              </a:rPr>
              <a:t>Poor management of supplier and patient information</a:t>
            </a:r>
          </a:p>
          <a:p>
            <a:r>
              <a:rPr lang="en-GB" sz="2400" b="1" dirty="0">
                <a:latin typeface="Helvetica "/>
              </a:rPr>
              <a:t>Proposed Solution</a:t>
            </a:r>
          </a:p>
          <a:p>
            <a:r>
              <a:rPr lang="en-GB" sz="2400" dirty="0">
                <a:latin typeface="Helvetica "/>
              </a:rPr>
              <a:t>A Pharmacy Management Database System was developed to provide a centralized and reliable database solution for managing pharmacy operations.</a:t>
            </a:r>
          </a:p>
          <a:p>
            <a:endParaRPr lang="en-GB" dirty="0"/>
          </a:p>
        </p:txBody>
      </p:sp>
      <p:pic>
        <p:nvPicPr>
          <p:cNvPr id="3074" name="Picture 2" descr="Pharmacy Management System: A modern Approach | Sys Dev Ltd.">
            <a:extLst>
              <a:ext uri="{FF2B5EF4-FFF2-40B4-BE49-F238E27FC236}">
                <a16:creationId xmlns:a16="http://schemas.microsoft.com/office/drawing/2014/main" id="{275ECCBD-FBA9-7125-366B-69FE61DF14E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alphaModFix amt="6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1809" y="147711"/>
            <a:ext cx="49471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05988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84971-8D69-553E-7C60-6EFA33E1E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7942"/>
            <a:ext cx="7287066" cy="818661"/>
          </a:xfrm>
        </p:spPr>
        <p:txBody>
          <a:bodyPr/>
          <a:lstStyle/>
          <a:p>
            <a:pPr algn="ctr"/>
            <a:r>
              <a:rPr lang="en-GB" sz="2800" b="1" dirty="0">
                <a:latin typeface="Helvetica "/>
              </a:rPr>
              <a:t>Problem Statement – Context of Use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013493-6E20-A1CA-3299-25DF317D1A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0" y="1209823"/>
            <a:ext cx="6963508" cy="5648178"/>
          </a:xfrm>
        </p:spPr>
        <p:txBody>
          <a:bodyPr>
            <a:normAutofit/>
          </a:bodyPr>
          <a:lstStyle/>
          <a:p>
            <a:r>
              <a:rPr lang="en-GB" sz="1800" b="1" dirty="0">
                <a:latin typeface="Helvetica "/>
              </a:rPr>
              <a:t>Users Context </a:t>
            </a:r>
          </a:p>
          <a:p>
            <a:r>
              <a:rPr lang="en-GB" sz="1800" dirty="0">
                <a:latin typeface="Helvetica "/>
              </a:rPr>
              <a:t>The system is designed for pharmacy environments where large amounts of healthcare information must be stored, updated, and retrieved efficiently. </a:t>
            </a:r>
          </a:p>
          <a:p>
            <a:r>
              <a:rPr lang="en-GB" sz="1800" dirty="0">
                <a:latin typeface="Helvetica "/>
              </a:rPr>
              <a:t>The system supports daily pharmacy activities such as adding and managing medicines, monitoring stock availability, recording prescriptions and sales, tracking suppliers and patients, and generating reports for management decisions.</a:t>
            </a:r>
          </a:p>
          <a:p>
            <a:r>
              <a:rPr lang="en-GB" sz="1800" b="1" dirty="0">
                <a:latin typeface="Helvetica "/>
              </a:rPr>
              <a:t>Target Users</a:t>
            </a:r>
          </a:p>
          <a:p>
            <a:r>
              <a:rPr lang="en-GB" sz="1800" dirty="0">
                <a:latin typeface="Helvetica "/>
              </a:rPr>
              <a:t>The main users of the system include: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1800" dirty="0">
                <a:latin typeface="Helvetica "/>
              </a:rPr>
              <a:t>Pharmacists – Manage medicines and dispensing activities. Pharmacy Managers – Monitor inventory and generate reports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1800" dirty="0">
                <a:latin typeface="Helvetica "/>
              </a:rPr>
              <a:t>Employees – Record daily transactions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1800" dirty="0">
                <a:latin typeface="Helvetica "/>
              </a:rPr>
              <a:t>Administrators – Manage database security and user activities</a:t>
            </a:r>
          </a:p>
        </p:txBody>
      </p:sp>
      <p:pic>
        <p:nvPicPr>
          <p:cNvPr id="4098" name="Picture 2" descr="Union Pharmacy- POS-Pharmacy Management System by maherg420 | CodeCanyon">
            <a:extLst>
              <a:ext uri="{FF2B5EF4-FFF2-40B4-BE49-F238E27FC236}">
                <a16:creationId xmlns:a16="http://schemas.microsoft.com/office/drawing/2014/main" id="{55564DE0-68EB-E06C-847E-7B4BC545C46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alphaModFix amt="7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4694" y="0"/>
            <a:ext cx="539730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13621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Pharmacy Management System Project - ProjectsGeek">
            <a:extLst>
              <a:ext uri="{FF2B5EF4-FFF2-40B4-BE49-F238E27FC236}">
                <a16:creationId xmlns:a16="http://schemas.microsoft.com/office/drawing/2014/main" id="{C0280929-6620-5CE5-D6ED-23BC53266F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6923" y="42204"/>
            <a:ext cx="8621151" cy="7026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07FE30-0369-D79C-7CCD-9EC88AA70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26" y="-21103"/>
            <a:ext cx="12084148" cy="1392703"/>
          </a:xfrm>
        </p:spPr>
        <p:txBody>
          <a:bodyPr/>
          <a:lstStyle/>
          <a:p>
            <a:r>
              <a:rPr lang="en-GB" sz="3200" b="1" dirty="0">
                <a:latin typeface="Helvetica "/>
              </a:rPr>
              <a:t>Problem Statement – Objectives &amp; Expected Benefits</a:t>
            </a:r>
            <a:br>
              <a:rPr lang="en-GB" sz="3600" b="1" dirty="0"/>
            </a:br>
            <a:br>
              <a:rPr lang="en-GB" b="1" dirty="0"/>
            </a:b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CD1AD7-B46F-D19C-C561-AFEF7AB15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0" y="675249"/>
            <a:ext cx="11643360" cy="6182751"/>
          </a:xfrm>
        </p:spPr>
        <p:txBody>
          <a:bodyPr>
            <a:noAutofit/>
          </a:bodyPr>
          <a:lstStyle/>
          <a:p>
            <a:r>
              <a:rPr lang="en-GB" b="1" dirty="0">
                <a:latin typeface="Helvetica "/>
              </a:rPr>
              <a:t>Projective Objective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>
                <a:latin typeface="Helvetica "/>
              </a:rPr>
              <a:t>Design and implement a pharmacy database system using Oracle Database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>
                <a:latin typeface="Helvetica "/>
              </a:rPr>
              <a:t>Improve medicine and inventory management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>
                <a:latin typeface="Helvetica "/>
              </a:rPr>
              <a:t>Ensure data accuracy through database constraints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>
                <a:latin typeface="Helvetica "/>
              </a:rPr>
              <a:t>Automate operations using SQL and PL/SQL programming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>
                <a:latin typeface="Helvetica "/>
              </a:rPr>
              <a:t>Provide analytical reports using Power BI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>
                <a:latin typeface="Helvetica "/>
              </a:rPr>
              <a:t>Implement security and audit mechanisms</a:t>
            </a:r>
          </a:p>
          <a:p>
            <a:r>
              <a:rPr lang="en-GB" b="1" dirty="0">
                <a:latin typeface="Helvetica "/>
              </a:rPr>
              <a:t>Expected Benefits</a:t>
            </a:r>
          </a:p>
          <a:p>
            <a:r>
              <a:rPr lang="en-GB" dirty="0">
                <a:latin typeface="Helvetica "/>
              </a:rPr>
              <a:t>The system provides: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dirty="0">
                <a:latin typeface="Helvetica "/>
              </a:rPr>
              <a:t>Faster access to pharmacy information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dirty="0">
                <a:latin typeface="Helvetica "/>
              </a:rPr>
              <a:t>Better stock monitoring and expiry control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dirty="0">
                <a:latin typeface="Helvetica "/>
              </a:rPr>
              <a:t>Reduced data errors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dirty="0">
                <a:latin typeface="Helvetica "/>
              </a:rPr>
              <a:t>Improved decision-making through reports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dirty="0">
                <a:latin typeface="Helvetica "/>
              </a:rPr>
              <a:t>Secure tracking of user activities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dirty="0">
                <a:latin typeface="Helvetica "/>
              </a:rPr>
              <a:t>Efficient pharmacy operations</a:t>
            </a:r>
          </a:p>
          <a:p>
            <a:endParaRPr lang="en-GB" dirty="0">
              <a:latin typeface="Helvetica "/>
            </a:endParaRPr>
          </a:p>
        </p:txBody>
      </p:sp>
    </p:spTree>
    <p:extLst>
      <p:ext uri="{BB962C8B-B14F-4D97-AF65-F5344CB8AC3E}">
        <p14:creationId xmlns:p14="http://schemas.microsoft.com/office/powerpoint/2010/main" val="177029438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Pharmacy Management System - Apps on Google Play">
            <a:extLst>
              <a:ext uri="{FF2B5EF4-FFF2-40B4-BE49-F238E27FC236}">
                <a16:creationId xmlns:a16="http://schemas.microsoft.com/office/drawing/2014/main" id="{FCEAFA85-C4F1-7454-0CCB-F91F0F7696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4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4394" y="-133642"/>
            <a:ext cx="10447606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DD33D0B-5DC1-EDDF-FFC6-EA7DD7670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812" y="104335"/>
            <a:ext cx="11240086" cy="1210994"/>
          </a:xfrm>
        </p:spPr>
        <p:txBody>
          <a:bodyPr/>
          <a:lstStyle/>
          <a:p>
            <a:pPr algn="ctr"/>
            <a:r>
              <a:rPr lang="en-GB" b="1" dirty="0">
                <a:latin typeface="Helvetica "/>
              </a:rPr>
              <a:t>Methodology</a:t>
            </a:r>
            <a:br>
              <a:rPr lang="en-GB" b="1" dirty="0">
                <a:latin typeface="Helvetica "/>
              </a:rPr>
            </a:br>
            <a:endParaRPr lang="en-GB" dirty="0">
              <a:latin typeface="Helvetica 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AF4F10-501E-CE3B-21D2-F1B4F4D62F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8812" y="1055077"/>
            <a:ext cx="7301133" cy="5669280"/>
          </a:xfrm>
        </p:spPr>
        <p:txBody>
          <a:bodyPr>
            <a:normAutofit fontScale="62500" lnSpcReduction="20000"/>
          </a:bodyPr>
          <a:lstStyle/>
          <a:p>
            <a:r>
              <a:rPr lang="en-GB" sz="3000" b="1" dirty="0">
                <a:latin typeface="Helvetica "/>
              </a:rPr>
              <a:t>Development Methodology</a:t>
            </a:r>
          </a:p>
          <a:p>
            <a:r>
              <a:rPr lang="en-GB" sz="3000" dirty="0">
                <a:latin typeface="Helvetica "/>
              </a:rPr>
              <a:t>The project followed a structured database development approach:</a:t>
            </a:r>
          </a:p>
          <a:p>
            <a:r>
              <a:rPr lang="en-GB" sz="3000" b="1" dirty="0">
                <a:latin typeface="Helvetica "/>
              </a:rPr>
              <a:t>Requirement Analysis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3000" dirty="0">
                <a:latin typeface="Helvetica "/>
              </a:rPr>
              <a:t>Identified pharmacy business needs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3000" dirty="0">
                <a:latin typeface="Helvetica "/>
              </a:rPr>
              <a:t>Defined system users and processes</a:t>
            </a:r>
          </a:p>
          <a:p>
            <a:r>
              <a:rPr lang="en-GB" sz="3000" b="1" dirty="0">
                <a:latin typeface="Helvetica "/>
              </a:rPr>
              <a:t>Database Design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3000" dirty="0">
                <a:latin typeface="Helvetica "/>
              </a:rPr>
              <a:t>Created ER Diagram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3000" dirty="0">
                <a:latin typeface="Helvetica "/>
              </a:rPr>
              <a:t>Defined entities, attributes, and relationships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3000" dirty="0">
                <a:latin typeface="Helvetica "/>
              </a:rPr>
              <a:t>Applied normalization up to 3NF</a:t>
            </a:r>
          </a:p>
          <a:p>
            <a:r>
              <a:rPr lang="en-GB" sz="3000" b="1" dirty="0">
                <a:latin typeface="Helvetica "/>
              </a:rPr>
              <a:t>Implementation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3000" dirty="0">
                <a:latin typeface="Helvetica "/>
              </a:rPr>
              <a:t>Created Oracle database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3000" dirty="0">
                <a:latin typeface="Helvetica "/>
              </a:rPr>
              <a:t>Developed tables, constraints, and sample data</a:t>
            </a:r>
          </a:p>
          <a:p>
            <a:r>
              <a:rPr lang="en-GB" sz="3000" b="1" dirty="0">
                <a:latin typeface="Helvetica "/>
              </a:rPr>
              <a:t>Testing and Reporting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3000" dirty="0">
                <a:latin typeface="Helvetica "/>
              </a:rPr>
              <a:t>Tested SQL and PL/SQL programs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3000" dirty="0">
                <a:latin typeface="Helvetica "/>
              </a:rPr>
              <a:t>Created Power BI dashboard for analysis</a:t>
            </a:r>
          </a:p>
          <a:p>
            <a:endParaRPr lang="en-GB" dirty="0">
              <a:latin typeface="Helvetica "/>
            </a:endParaRPr>
          </a:p>
        </p:txBody>
      </p:sp>
    </p:spTree>
    <p:extLst>
      <p:ext uri="{BB962C8B-B14F-4D97-AF65-F5344CB8AC3E}">
        <p14:creationId xmlns:p14="http://schemas.microsoft.com/office/powerpoint/2010/main" val="33819983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98944-6BF5-22D0-DCEB-6BD633A1D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34" y="150297"/>
            <a:ext cx="8672200" cy="930435"/>
          </a:xfrm>
        </p:spPr>
        <p:txBody>
          <a:bodyPr/>
          <a:lstStyle/>
          <a:p>
            <a:pPr algn="ctr"/>
            <a:r>
              <a:rPr lang="en-GB" sz="3600" b="1" dirty="0">
                <a:latin typeface="Helvetica "/>
              </a:rPr>
              <a:t>Database Design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FAC542-BBF5-74CA-4626-D05394C8C8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373" y="1221404"/>
            <a:ext cx="5344356" cy="576262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Helvetica "/>
              </a:rPr>
              <a:t>Entity Relationship Diagram (ERD)</a:t>
            </a:r>
            <a:endParaRPr lang="en-GB" dirty="0">
              <a:solidFill>
                <a:schemeClr val="tx1"/>
              </a:solidFill>
              <a:latin typeface="Helvetica 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117ACAC-92A3-F286-E36E-48B6C42B8B1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38338"/>
            <a:ext cx="5499100" cy="4919661"/>
          </a:xfr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AC381E7-D712-B1DA-22F4-CA03F167C1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714734" y="807962"/>
            <a:ext cx="4948577" cy="1130375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tx1"/>
                </a:solidFill>
                <a:latin typeface="Helvetica "/>
              </a:rPr>
              <a:t>Database Structure</a:t>
            </a:r>
          </a:p>
          <a:p>
            <a:endParaRPr lang="en-GB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7265A8F-8037-328E-A244-B8A31ADA7F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499101" y="1533379"/>
            <a:ext cx="6692898" cy="532462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GB" sz="2600" dirty="0">
                <a:latin typeface="Helvetica "/>
              </a:rPr>
              <a:t>The database was designed using a relational model.</a:t>
            </a:r>
          </a:p>
          <a:p>
            <a:pPr marL="0" indent="0">
              <a:buNone/>
            </a:pPr>
            <a:r>
              <a:rPr lang="en-GB" sz="2600" b="1" dirty="0">
                <a:latin typeface="Helvetica "/>
              </a:rPr>
              <a:t>		Main Entities:</a:t>
            </a:r>
          </a:p>
          <a:p>
            <a:pPr marL="0" indent="0">
              <a:buNone/>
            </a:pPr>
            <a:r>
              <a:rPr lang="en-GB" sz="2600" dirty="0">
                <a:latin typeface="Helvetica "/>
              </a:rPr>
              <a:t>Drugs					Stock Batches</a:t>
            </a:r>
          </a:p>
          <a:p>
            <a:pPr marL="0" indent="0">
              <a:buNone/>
            </a:pPr>
            <a:r>
              <a:rPr lang="en-GB" sz="2600" dirty="0">
                <a:latin typeface="Helvetica "/>
              </a:rPr>
              <a:t>Suppliers				Patients</a:t>
            </a:r>
          </a:p>
          <a:p>
            <a:pPr marL="0" indent="0">
              <a:buNone/>
            </a:pPr>
            <a:r>
              <a:rPr lang="en-GB" sz="2600" dirty="0">
                <a:latin typeface="Helvetica "/>
              </a:rPr>
              <a:t>Doctors					Prescriptions</a:t>
            </a:r>
          </a:p>
          <a:p>
            <a:pPr marL="0" indent="0">
              <a:buNone/>
            </a:pPr>
            <a:r>
              <a:rPr lang="en-GB" sz="2600" dirty="0">
                <a:latin typeface="Helvetica "/>
              </a:rPr>
              <a:t>Sales					Employees</a:t>
            </a:r>
          </a:p>
          <a:p>
            <a:pPr marL="0" indent="0">
              <a:buNone/>
            </a:pPr>
            <a:r>
              <a:rPr lang="en-GB" sz="2600" dirty="0">
                <a:latin typeface="Helvetica "/>
              </a:rPr>
              <a:t>Audit Log</a:t>
            </a:r>
          </a:p>
          <a:p>
            <a:pPr marL="0" indent="0">
              <a:buNone/>
            </a:pPr>
            <a:r>
              <a:rPr lang="en-GB" sz="2600" b="1" dirty="0">
                <a:latin typeface="Helvetica "/>
              </a:rPr>
              <a:t>Database Design Features: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sz="2600" dirty="0">
                <a:latin typeface="Helvetica "/>
              </a:rPr>
              <a:t>Primary keys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sz="2600" dirty="0">
                <a:latin typeface="Helvetica "/>
              </a:rPr>
              <a:t>Foreign keys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sz="2600" dirty="0">
                <a:latin typeface="Helvetica "/>
              </a:rPr>
              <a:t>NOT NULL constraints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sz="2600" dirty="0">
                <a:latin typeface="Helvetica "/>
              </a:rPr>
              <a:t>UNIQUE constraints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sz="2600" dirty="0">
                <a:latin typeface="Helvetica "/>
              </a:rPr>
              <a:t>CHECK constraints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sz="2600" dirty="0">
                <a:latin typeface="Helvetica "/>
              </a:rPr>
              <a:t>Normalization up to 3NF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208059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DD084-4AC8-92B9-2539-3CDB343C3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806" y="233906"/>
            <a:ext cx="11718387" cy="714900"/>
          </a:xfrm>
        </p:spPr>
        <p:txBody>
          <a:bodyPr/>
          <a:lstStyle/>
          <a:p>
            <a:pPr algn="ctr"/>
            <a:r>
              <a:rPr lang="en-GB" sz="3600" b="1" dirty="0">
                <a:latin typeface="Helvetica "/>
              </a:rPr>
              <a:t>Implementation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EDA04B-01B7-EFF6-2200-B7BD982668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6538" y="948806"/>
            <a:ext cx="4396338" cy="576262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Helvetica "/>
              </a:rPr>
              <a:t>Database Implementation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921A15-2949-D9EF-B7E0-890B8D31F9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0" y="1783080"/>
            <a:ext cx="5683346" cy="49530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GB" sz="2400" dirty="0">
                <a:latin typeface="Helvetica "/>
              </a:rPr>
              <a:t>The system was implemented using Oracle Database.</a:t>
            </a:r>
          </a:p>
          <a:p>
            <a:pPr marL="0" indent="0">
              <a:buNone/>
            </a:pPr>
            <a:r>
              <a:rPr lang="en-GB" sz="2400" b="1" dirty="0">
                <a:latin typeface="Helvetica "/>
              </a:rPr>
              <a:t>		Implemented Components:</a:t>
            </a:r>
          </a:p>
          <a:p>
            <a:pPr marL="0" indent="0">
              <a:buNone/>
            </a:pPr>
            <a:r>
              <a:rPr lang="en-GB" sz="2400" b="1" dirty="0">
                <a:latin typeface="Helvetica "/>
              </a:rPr>
              <a:t>SQL Implementation</a:t>
            </a:r>
          </a:p>
          <a:p>
            <a:pPr marL="0" indent="0">
              <a:buNone/>
            </a:pPr>
            <a:r>
              <a:rPr lang="en-GB" sz="2400" dirty="0">
                <a:latin typeface="Helvetica "/>
              </a:rPr>
              <a:t>Created tables, inserted sample data, and	Applied integrity constraints</a:t>
            </a:r>
          </a:p>
          <a:p>
            <a:pPr marL="0" indent="0">
              <a:buNone/>
            </a:pPr>
            <a:r>
              <a:rPr lang="en-GB" sz="2400" b="1" dirty="0">
                <a:latin typeface="Helvetica "/>
              </a:rPr>
              <a:t>PL/SQL Implementation</a:t>
            </a:r>
            <a:endParaRPr lang="en-GB" sz="2400" dirty="0">
              <a:latin typeface="Helvetica "/>
            </a:endParaRPr>
          </a:p>
          <a:p>
            <a:pPr marL="0" indent="0">
              <a:buNone/>
            </a:pPr>
            <a:r>
              <a:rPr lang="en-GB" sz="2400" dirty="0">
                <a:latin typeface="Helvetica "/>
              </a:rPr>
              <a:t>Procedures, Functions, Packages, Cursors, Exception handling, and Transaction control (COMMIT/ROLLBACK)</a:t>
            </a:r>
          </a:p>
          <a:p>
            <a:pPr marL="0" indent="0">
              <a:buNone/>
            </a:pPr>
            <a:r>
              <a:rPr lang="en-GB" sz="2400" b="1" dirty="0">
                <a:latin typeface="Helvetica "/>
              </a:rPr>
              <a:t>Advanced Features</a:t>
            </a:r>
            <a:endParaRPr lang="en-GB" sz="2400" dirty="0">
              <a:latin typeface="Helvetica "/>
            </a:endParaRPr>
          </a:p>
          <a:p>
            <a:pPr marL="0" indent="0">
              <a:buNone/>
            </a:pPr>
            <a:r>
              <a:rPr lang="en-GB" sz="2400" dirty="0">
                <a:latin typeface="Helvetica "/>
              </a:rPr>
              <a:t>Triggers, Audit system, and User activity tracking</a:t>
            </a:r>
          </a:p>
          <a:p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C9711C-B2C0-ADCE-56AA-3F161F6CF5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27958" y="944932"/>
            <a:ext cx="6537504" cy="709142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tx1"/>
                </a:solidFill>
                <a:latin typeface="Helvetica "/>
              </a:rPr>
              <a:t>Advanced Database Features</a:t>
            </a:r>
            <a:endParaRPr lang="en-GB" b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59DF53-F302-9805-D159-6F87825BB5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654495" y="1905000"/>
            <a:ext cx="6537505" cy="49530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GB" sz="2600" b="1" dirty="0">
                <a:latin typeface="Helvetica "/>
              </a:rPr>
              <a:t>Security and Automation</a:t>
            </a:r>
          </a:p>
          <a:p>
            <a:pPr marL="0" indent="0">
              <a:buNone/>
            </a:pPr>
            <a:r>
              <a:rPr lang="en-GB" sz="2300" dirty="0">
                <a:latin typeface="Helvetica "/>
              </a:rPr>
              <a:t>The system includes:</a:t>
            </a:r>
          </a:p>
          <a:p>
            <a:pPr marL="0" indent="0">
              <a:buNone/>
            </a:pPr>
            <a:r>
              <a:rPr lang="en-GB" sz="2300" dirty="0">
                <a:latin typeface="Helvetica "/>
              </a:rPr>
              <a:t>Trigger Implementation</a:t>
            </a:r>
          </a:p>
          <a:p>
            <a:pPr marL="0" indent="0">
              <a:buNone/>
            </a:pPr>
            <a:r>
              <a:rPr lang="en-GB" sz="2300" dirty="0">
                <a:latin typeface="Helvetica "/>
              </a:rPr>
              <a:t>Simple triggers</a:t>
            </a:r>
          </a:p>
          <a:p>
            <a:pPr marL="0" indent="0">
              <a:buNone/>
            </a:pPr>
            <a:r>
              <a:rPr lang="en-GB" sz="2300" dirty="0">
                <a:latin typeface="Helvetica "/>
              </a:rPr>
              <a:t>Compound triggers</a:t>
            </a:r>
          </a:p>
          <a:p>
            <a:pPr marL="0" indent="0">
              <a:buNone/>
            </a:pPr>
            <a:r>
              <a:rPr lang="en-GB" sz="2300" b="1" dirty="0">
                <a:latin typeface="Helvetica "/>
              </a:rPr>
              <a:t>Audit System</a:t>
            </a:r>
          </a:p>
          <a:p>
            <a:pPr marL="0" indent="0">
              <a:buNone/>
            </a:pPr>
            <a:r>
              <a:rPr lang="en-GB" sz="2300" dirty="0">
                <a:latin typeface="Helvetica "/>
              </a:rPr>
              <a:t>Tracks User activities</a:t>
            </a:r>
          </a:p>
          <a:p>
            <a:pPr marL="0" indent="0">
              <a:buNone/>
            </a:pPr>
            <a:r>
              <a:rPr lang="en-GB" sz="2300" dirty="0">
                <a:latin typeface="Helvetica "/>
              </a:rPr>
              <a:t>Database changes</a:t>
            </a:r>
          </a:p>
          <a:p>
            <a:pPr marL="0" indent="0">
              <a:buNone/>
            </a:pPr>
            <a:r>
              <a:rPr lang="en-GB" sz="2300" dirty="0">
                <a:latin typeface="Helvetica "/>
              </a:rPr>
              <a:t>Operations performed</a:t>
            </a:r>
          </a:p>
          <a:p>
            <a:pPr marL="0" indent="0">
              <a:buNone/>
            </a:pPr>
            <a:r>
              <a:rPr lang="en-GB" sz="2300" dirty="0">
                <a:latin typeface="Helvetica "/>
              </a:rPr>
              <a:t>Security Restrictions</a:t>
            </a:r>
          </a:p>
          <a:p>
            <a:pPr marL="0" indent="0">
              <a:buNone/>
            </a:pPr>
            <a:r>
              <a:rPr lang="en-GB" sz="2300" dirty="0">
                <a:latin typeface="Helvetica "/>
              </a:rPr>
              <a:t>Business rule implementation:</a:t>
            </a:r>
          </a:p>
          <a:p>
            <a:pPr marL="0" indent="0">
              <a:buNone/>
            </a:pPr>
            <a:r>
              <a:rPr lang="en-GB" sz="2300" dirty="0">
                <a:latin typeface="Helvetica "/>
              </a:rPr>
              <a:t>Blocks INSERT, UPDATE, DELETE operations during weekdays,</a:t>
            </a:r>
          </a:p>
          <a:p>
            <a:pPr marL="0" indent="0">
              <a:buNone/>
            </a:pPr>
            <a:r>
              <a:rPr lang="en-GB" sz="2300" dirty="0">
                <a:latin typeface="Helvetica "/>
              </a:rPr>
              <a:t>Blocks operations during public holidays, stored in reference tables</a:t>
            </a:r>
          </a:p>
        </p:txBody>
      </p:sp>
    </p:spTree>
    <p:extLst>
      <p:ext uri="{BB962C8B-B14F-4D97-AF65-F5344CB8AC3E}">
        <p14:creationId xmlns:p14="http://schemas.microsoft.com/office/powerpoint/2010/main" val="28331642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8EC88-9C2B-06D2-9D5C-E66049321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72" y="0"/>
            <a:ext cx="4162634" cy="1026942"/>
          </a:xfrm>
        </p:spPr>
        <p:txBody>
          <a:bodyPr/>
          <a:lstStyle/>
          <a:p>
            <a:pPr algn="ctr"/>
            <a:r>
              <a:rPr lang="en-GB" sz="5400" b="1" dirty="0">
                <a:latin typeface="Helvetica "/>
              </a:rPr>
              <a:t>Results 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085378B-8767-296F-A9C7-9BB2D9E925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4724" y="0"/>
            <a:ext cx="7407275" cy="6858000"/>
          </a:xfr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7BC357B-7436-18F4-5169-26672B6BC6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8812" y="1237957"/>
            <a:ext cx="4487594" cy="5430129"/>
          </a:xfrm>
        </p:spPr>
        <p:txBody>
          <a:bodyPr>
            <a:normAutofit fontScale="92500" lnSpcReduction="10000"/>
          </a:bodyPr>
          <a:lstStyle/>
          <a:p>
            <a:pPr rtl="0"/>
            <a:r>
              <a:rPr lang="en-GB" sz="1700" dirty="0">
                <a:latin typeface="Helvetica "/>
              </a:rPr>
              <a:t>Live Power BI Dashboard — Pharmacy Management System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sz="1700" dirty="0">
                <a:latin typeface="Helvetica "/>
              </a:rPr>
              <a:t>Tracks </a:t>
            </a:r>
            <a:r>
              <a:rPr lang="en-GB" sz="1700" b="1" dirty="0">
                <a:latin typeface="Helvetica "/>
              </a:rPr>
              <a:t>5 medicines</a:t>
            </a:r>
            <a:r>
              <a:rPr lang="en-GB" sz="1700" dirty="0">
                <a:latin typeface="Helvetica "/>
              </a:rPr>
              <a:t> across </a:t>
            </a:r>
            <a:r>
              <a:rPr lang="en-GB" sz="1700" b="1" dirty="0">
                <a:latin typeface="Helvetica "/>
              </a:rPr>
              <a:t>1,260 units</a:t>
            </a:r>
            <a:r>
              <a:rPr lang="en-GB" sz="1700" dirty="0">
                <a:latin typeface="Helvetica "/>
              </a:rPr>
              <a:t> of available inventory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sz="1700" dirty="0">
                <a:latin typeface="Helvetica "/>
              </a:rPr>
              <a:t>Monitors </a:t>
            </a:r>
            <a:r>
              <a:rPr lang="en-GB" sz="1700" b="1" dirty="0">
                <a:latin typeface="Helvetica "/>
              </a:rPr>
              <a:t>3 registered suppliers</a:t>
            </a:r>
            <a:r>
              <a:rPr lang="en-GB" sz="1700" dirty="0">
                <a:latin typeface="Helvetica "/>
              </a:rPr>
              <a:t> and </a:t>
            </a:r>
            <a:r>
              <a:rPr lang="en-GB" sz="1700" b="1" dirty="0">
                <a:latin typeface="Helvetica "/>
              </a:rPr>
              <a:t>4 patients</a:t>
            </a:r>
            <a:endParaRPr lang="en-GB" sz="1700" dirty="0">
              <a:latin typeface="Helvetica "/>
            </a:endParaRPr>
          </a:p>
          <a:p>
            <a:pPr rtl="0">
              <a:buFont typeface="Arial" panose="020B0604020202020204" pitchFamily="34" charset="0"/>
              <a:buChar char="•"/>
            </a:pPr>
            <a:r>
              <a:rPr lang="en-GB" sz="1700" dirty="0">
                <a:latin typeface="Helvetica "/>
              </a:rPr>
              <a:t>Visualizes stock distribution by drug (Paracetamol, Ibuprofen, Amoxicillin, Metformin, Omeprazole)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sz="1700" dirty="0">
                <a:latin typeface="Helvetica "/>
              </a:rPr>
              <a:t>Breaks down inventory by drug category — Analgesic, Antacid, Antibiotic, Antidiabetic, NSAID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sz="1700" dirty="0">
                <a:latin typeface="Helvetica "/>
              </a:rPr>
              <a:t>Displays batch-level expiry tracking (drug, expiry date, batch number, quantity available) to support proactive restocking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sz="1700" dirty="0">
                <a:latin typeface="Helvetica "/>
              </a:rPr>
              <a:t>Dashboard connects live to the Oracle database — refreshes to reflect real-time stock changes, demonstrated by updating stock in Oracle and showing the change reflected instantly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941132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Hospital Pharmacy Management System, Pharmacy Inventory Management System">
            <a:extLst>
              <a:ext uri="{FF2B5EF4-FFF2-40B4-BE49-F238E27FC236}">
                <a16:creationId xmlns:a16="http://schemas.microsoft.com/office/drawing/2014/main" id="{DE68B900-81A3-0E72-4FE1-4191B778075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3164" y="0"/>
            <a:ext cx="439633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itle 13">
            <a:extLst>
              <a:ext uri="{FF2B5EF4-FFF2-40B4-BE49-F238E27FC236}">
                <a16:creationId xmlns:a16="http://schemas.microsoft.com/office/drawing/2014/main" id="{E521B2FE-B4F6-3312-0081-58C5447BE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693" y="452718"/>
            <a:ext cx="9699142" cy="799307"/>
          </a:xfrm>
        </p:spPr>
        <p:txBody>
          <a:bodyPr/>
          <a:lstStyle/>
          <a:p>
            <a:pPr algn="ctr"/>
            <a:r>
              <a:rPr lang="en-US" sz="3600" b="1" dirty="0">
                <a:latin typeface="Helvetica "/>
              </a:rPr>
              <a:t>CONCLUSION</a:t>
            </a:r>
            <a:endParaRPr lang="en-GB" sz="3600" b="1" dirty="0">
              <a:latin typeface="Helvetica "/>
            </a:endParaRP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DA6146CA-5B20-D5A3-4100-908D3E5C93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498" y="1252025"/>
            <a:ext cx="7540284" cy="5444197"/>
          </a:xfrm>
        </p:spPr>
        <p:txBody>
          <a:bodyPr>
            <a:normAutofit fontScale="92500" lnSpcReduction="20000"/>
          </a:bodyPr>
          <a:lstStyle/>
          <a:p>
            <a:pPr marL="0" indent="0" rtl="0">
              <a:buNone/>
            </a:pPr>
            <a:r>
              <a:rPr lang="en-GB" b="1" i="1" dirty="0"/>
              <a:t>Project achievements</a:t>
            </a:r>
            <a:endParaRPr lang="en-GB" b="1" dirty="0"/>
          </a:p>
          <a:p>
            <a:pPr marL="0" indent="0" rtl="0">
              <a:buNone/>
            </a:pPr>
            <a:r>
              <a:rPr lang="en-GB" dirty="0"/>
              <a:t>Delivered a fully functional pharmacy database system covering the complete workflow, from prescription to dispensing to payment</a:t>
            </a:r>
          </a:p>
          <a:p>
            <a:pPr marL="0" indent="0" rtl="0">
              <a:buNone/>
            </a:pPr>
            <a:r>
              <a:rPr lang="en-GB" dirty="0"/>
              <a:t>Implemented batch-level stock traceability, role-based security, automated auditing, and a live Power BI dashboard</a:t>
            </a:r>
          </a:p>
          <a:p>
            <a:pPr marL="0" indent="0" rtl="0">
              <a:buNone/>
            </a:pPr>
            <a:r>
              <a:rPr lang="en-GB" b="1" i="1" dirty="0"/>
              <a:t>Skills gained</a:t>
            </a:r>
            <a:endParaRPr lang="en-GB" b="1" dirty="0"/>
          </a:p>
          <a:p>
            <a:pPr marL="0" indent="0" rtl="0">
              <a:buNone/>
            </a:pPr>
            <a:r>
              <a:rPr lang="en-GB" dirty="0"/>
              <a:t>Applied database design principles (ERD, normalization, constraints) to a real-world business problem</a:t>
            </a:r>
          </a:p>
          <a:p>
            <a:pPr marL="0" indent="0" rtl="0">
              <a:buNone/>
            </a:pPr>
            <a:r>
              <a:rPr lang="en-GB" dirty="0"/>
              <a:t>Built and debugged PL/SQL procedures, functions, packages, and triggers, including compound triggers and exception handling</a:t>
            </a:r>
          </a:p>
          <a:p>
            <a:pPr marL="0" indent="0" rtl="0">
              <a:buNone/>
            </a:pPr>
            <a:r>
              <a:rPr lang="en-GB" dirty="0"/>
              <a:t>Gained hands-on experience with Oracle database administration, security roles, and connecting external BI tools to a live database</a:t>
            </a:r>
          </a:p>
          <a:p>
            <a:pPr marL="0" indent="0" rtl="0">
              <a:buNone/>
            </a:pPr>
            <a:r>
              <a:rPr lang="en-GB" b="1" i="1" dirty="0"/>
              <a:t>Benefits of the system</a:t>
            </a:r>
            <a:endParaRPr lang="en-GB" b="1" dirty="0"/>
          </a:p>
          <a:p>
            <a:pPr marL="0" indent="0" rtl="0">
              <a:buNone/>
            </a:pPr>
            <a:r>
              <a:rPr lang="en-GB" dirty="0"/>
              <a:t>Reduces manual errors in prescription dispensing through automated stock validation</a:t>
            </a:r>
          </a:p>
          <a:p>
            <a:pPr marL="0" indent="0" rtl="0">
              <a:buNone/>
            </a:pPr>
            <a:r>
              <a:rPr lang="en-GB" dirty="0"/>
              <a:t>Improves accountability with full audit trails of every stock and dispensing change</a:t>
            </a:r>
          </a:p>
          <a:p>
            <a:pPr marL="0" indent="0" rtl="0">
              <a:buNone/>
            </a:pPr>
            <a:r>
              <a:rPr lang="en-GB" dirty="0"/>
              <a:t>Gives pharmacy staff real-time visibility into low stock and near-expiry drugs, supporting better restocking decisions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795392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282</TotalTime>
  <Words>894</Words>
  <Application>Microsoft Office PowerPoint</Application>
  <PresentationFormat>Widescreen</PresentationFormat>
  <Paragraphs>134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Century Gothic</vt:lpstr>
      <vt:lpstr>Helvetica </vt:lpstr>
      <vt:lpstr>Wingdings</vt:lpstr>
      <vt:lpstr>Wingdings 3</vt:lpstr>
      <vt:lpstr>Ion</vt:lpstr>
      <vt:lpstr>Pharmacy Management Database System </vt:lpstr>
      <vt:lpstr>INTRODUCTION </vt:lpstr>
      <vt:lpstr>Problem Statement – Problem Definition </vt:lpstr>
      <vt:lpstr>Problem Statement – Context of Use </vt:lpstr>
      <vt:lpstr>Problem Statement – Objectives &amp; Expected Benefits  </vt:lpstr>
      <vt:lpstr>Methodology </vt:lpstr>
      <vt:lpstr>Database Design</vt:lpstr>
      <vt:lpstr>Implementation </vt:lpstr>
      <vt:lpstr>Results 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duanahs@gmail.com</dc:creator>
  <cp:lastModifiedBy>duanahs@gmail.com</cp:lastModifiedBy>
  <cp:revision>20</cp:revision>
  <dcterms:created xsi:type="dcterms:W3CDTF">2026-07-30T00:26:21Z</dcterms:created>
  <dcterms:modified xsi:type="dcterms:W3CDTF">2026-07-30T05:08:48Z</dcterms:modified>
</cp:coreProperties>
</file>